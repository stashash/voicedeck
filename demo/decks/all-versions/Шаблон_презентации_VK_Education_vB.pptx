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день, коллеги. Сегодня я представлю инициативу по оптимизации процесса формирования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Главное преимущество инициативы — значительное сокращение времени ожидания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наглядно демонстрирует улучшение надёжности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показал, что миграция возможна в сжатые сроки.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оправдана получением более свежих данных и высокой стабильности.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Эти четыре показателя формируют основу для масштабирования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Дорожная карта включает четыре ключевых этапа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сравнение моделей показывает преимущество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Инициатива напрямую влияет на продуктивность команд направлений.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вас поддержать инициативу и утвердить план работ.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Благодарю за время, готов к обсуждению.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image" Target="../media/image258.png"/><Relationship Id="rId9" Type="http://schemas.openxmlformats.org/officeDocument/2006/relationships/image" Target="../media/image259.png"/><Relationship Id="rId10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image" Target="../media/image260.png"/><Relationship Id="rId7" Type="http://schemas.openxmlformats.org/officeDocument/2006/relationships/image" Target="../media/image261.png"/><Relationship Id="rId8" Type="http://schemas.openxmlformats.org/officeDocument/2006/relationships/image" Target="../media/image262.png"/><Relationship Id="rId9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200"/>
              <a:t xml:space="preserve">Команда предлагает масштабировать пилот потоковой загрузки на все витрины для ускорения получения</a:t>
            </a: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Масштабирование успешного пилота потоковой загрузки ночных отчётов на все витрины для ускорения получения данных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сокращает время ожидания данных с 11:00 до 8:30 утра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Новое время готовности — данные доступны к началу рабочего дня.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lang="ru-RU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6" name="Google Shape;946;p7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4,5 раза</a:t>
            </a:r>
          </a:p>
        </p:txBody>
      </p:sp>
      <p:grpSp>
        <p:nvGrpSpPr>
          <p:cNvPr id="947" name="Google Shape;947;p75"/>
          <p:cNvGrpSpPr/>
          <p:nvPr/>
        </p:nvGrpSpPr>
        <p:grpSpPr>
          <a:xfrm>
            <a:off x="620176" y="1913757"/>
            <a:ext cx="11003859" cy="4036070"/>
            <a:chOff x="1361698" y="2081183"/>
            <a:chExt cx="10292923" cy="3775309"/>
          </a:xfrm>
        </p:grpSpPr>
        <p:grpSp>
          <p:nvGrpSpPr>
            <p:cNvPr id="965" name="Google Shape;965;p75"/>
            <p:cNvGrpSpPr/>
            <p:nvPr/>
          </p:nvGrpSpPr>
          <p:grpSpPr>
            <a:xfrm>
              <a:off x="2471370" y="2230394"/>
              <a:ext cx="8860528" cy="2553236"/>
              <a:chOff x="0" y="0"/>
              <a:chExt cx="17721052" cy="5106469"/>
            </a:xfrm>
          </p:grpSpPr>
          <p:cxnSp>
            <p:nvCxnSpPr>
              <p:cNvPr id="970" name="Google Shape;970;p75"/>
              <p:cNvCxnSpPr/>
              <p:nvPr/>
            </p:nvCxnSpPr>
            <p:spPr>
              <a:xfrm>
                <a:off x="0" y="0"/>
                <a:ext cx="17721052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E1E1E1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971" name="Chart 970"/>
          <p:cNvGraphicFramePr>
            <a:graphicFrameLocks noGrp="1"/>
          </p:cNvGraphicFramePr>
          <p:nvPr/>
        </p:nvGraphicFramePr>
        <p:xfrm>
          <a:off x="623011" y="1473551"/>
          <a:ext cx="11142269" cy="47274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Скорость внедрения подтверждена на практике на двух витринах: пилот успешно выполнен за 6 недель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Длительность пилота — срок реализации на двух витринах.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7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lang="ru-RU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составил 12 %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Прирост расходов на инфраструктуру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Финансовые издержки на переход к потоковой модели остаются умеренными.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Google Shape;274;p39"/>
          <p:cNvSpPr/>
          <p:nvPr/>
        </p:nvSpPr>
        <p:spPr>
          <a:xfrm>
            <a:off x="671512" y="1773238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Отчёты готовы к 8:30 вместо 11:00</a:t>
            </a:r>
          </a:p>
        </p:txBody>
      </p:sp>
      <p:sp>
        <p:nvSpPr>
          <p:cNvPr id="275" name="Google Shape;275;p39"/>
          <p:cNvSpPr/>
          <p:nvPr/>
        </p:nvSpPr>
        <p:spPr>
          <a:xfrm>
            <a:off x="6154737" y="1773238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Инциденты упали с 9 до 2 в месяц</a:t>
            </a:r>
          </a:p>
        </p:txBody>
      </p:sp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Практика подтвердила техническую и экономическую целесообразность инициативы</a:t>
            </a:r>
          </a:p>
        </p:txBody>
      </p:sp>
      <p:sp>
        <p:nvSpPr>
          <p:cNvPr id="277" name="Google Shape;277;p39"/>
          <p:cNvSpPr/>
          <p:nvPr/>
        </p:nvSpPr>
        <p:spPr>
          <a:xfrm>
            <a:off x="671512" y="4043137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Пилот занял 6 недель</a:t>
            </a:r>
          </a:p>
        </p:txBody>
      </p:sp>
      <p:sp>
        <p:nvSpPr>
          <p:cNvPr id="278" name="Google Shape;278;p39"/>
          <p:cNvSpPr/>
          <p:nvPr/>
        </p:nvSpPr>
        <p:spPr>
          <a:xfrm>
            <a:off x="6154737" y="4043137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Рост инфраструктуры на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Все оставшиеся витрины будут переведены на новую архитектуру до конца квартала</a:t>
            </a:r>
          </a:p>
        </p:txBody>
      </p:sp>
      <p:grpSp>
        <p:nvGrpSpPr>
          <p:cNvPr id="491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92" name="Google Shape;492;p53"/>
            <p:cNvSpPr txBox="1"/>
            <p:nvPr/>
          </p:nvSpPr>
          <p:spPr>
            <a:xfrm>
              <a:off x="3165045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Миграция: перевод четырнадцати витрин на новую архитектуру.</a:t>
              </a:r>
            </a:p>
          </p:txBody>
        </p:sp>
        <p:sp>
          <p:nvSpPr>
            <p:cNvPr id="493" name="Google Shape;493;p53"/>
            <p:cNvSpPr txBox="1"/>
            <p:nvPr/>
          </p:nvSpPr>
          <p:spPr>
            <a:xfrm>
              <a:off x="5671279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Тестирование: проверка стабильности и точности данных.</a:t>
              </a:r>
            </a:p>
          </p:txBody>
        </p:sp>
        <p:sp>
          <p:nvSpPr>
            <p:cNvPr id="494" name="Google Shape;494;p53"/>
            <p:cNvSpPr txBox="1"/>
            <p:nvPr/>
          </p:nvSpPr>
          <p:spPr>
            <a:xfrm>
              <a:off x="81775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Запуск: полный переход до конца квартала.</a:t>
              </a:r>
            </a:p>
          </p:txBody>
        </p:sp>
        <p:sp>
          <p:nvSpPr>
            <p:cNvPr id="495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Аудит витрин: оценка готовности данных к потоковой загрузке.</a:t>
              </a:r>
            </a:p>
          </p:txBody>
        </p:sp>
        <p:sp>
          <p:nvSpPr>
            <p:cNvPr id="496" name="Google Shape;496;p53"/>
            <p:cNvSpPr/>
            <p:nvPr/>
          </p:nvSpPr>
          <p:spPr>
            <a:xfrm>
              <a:off x="658813" y="2232530"/>
              <a:ext cx="800791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3165046" y="2232530"/>
              <a:ext cx="800791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498" name="Google Shape;498;p53"/>
            <p:cNvSpPr/>
            <p:nvPr/>
          </p:nvSpPr>
          <p:spPr>
            <a:xfrm>
              <a:off x="5671280" y="2232530"/>
              <a:ext cx="800791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  <p:sp>
          <p:nvSpPr>
            <p:cNvPr id="499" name="Google Shape;499;p53"/>
            <p:cNvSpPr/>
            <p:nvPr/>
          </p:nvSpPr>
          <p:spPr>
            <a:xfrm>
              <a:off x="8177513" y="2232530"/>
              <a:ext cx="800791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4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более оперативное и стабильное получение данных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811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загрузка: отчёты к 11:00, 9 инцидентов в месяц</a:t>
            </a:r>
          </a:p>
        </p:txBody>
      </p:sp>
      <p:sp>
        <p:nvSpPr>
          <p:cNvPr id="766" name="Google Shape;766;p58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загрузка: отчёты к 8:30, 2 инцидента в месяц</a:t>
            </a: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671513" y="255595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9438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8171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6096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Раннее получение данных ускоряет принятие управленческих решений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0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97" name="Google Shape;797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6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9400" y="2594667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718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0"/>
          <p:cNvSpPr txBox="1"/>
          <p:nvPr/>
        </p:nvSpPr>
        <p:spPr>
          <a:xfrm>
            <a:off x="658811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Оперативность: данные доступны к началу рабочего дня</a:t>
            </a:r>
          </a:p>
        </p:txBody>
      </p:sp>
      <p:sp>
        <p:nvSpPr>
          <p:cNvPr id="801" name="Google Shape;801;p60"/>
          <p:cNvSpPr txBox="1"/>
          <p:nvPr/>
        </p:nvSpPr>
        <p:spPr>
          <a:xfrm>
            <a:off x="310103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Надёжность: снижение риска задержки отчётов</a:t>
            </a: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Оперативность: данные доступны к началу рабочего дня. Надёжность: снижение риска задержки отчётов. Эффективность: меньше времени на ожидание данных.</a:t>
            </a:r>
          </a:p>
        </p:txBody>
      </p:sp>
      <p:sp>
        <p:nvSpPr>
          <p:cNvPr id="803" name="Google Shape;801;p60"/>
          <p:cNvSpPr txBox="1"/>
          <p:nvPr/>
        </p:nvSpPr>
        <p:spPr>
          <a:xfrm>
            <a:off x="554325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Эффективность: меньше времени на ожидание данных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51586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3200"/>
              <a:t xml:space="preserve">Необходимо утвердить план масштабирования до конца квартала</a:t>
            </a:r>
          </a:p>
        </p:txBody>
      </p:sp>
      <p:pic>
        <p:nvPicPr>
          <p:cNvPr id="1076" name="Google Shape;1076;p84"/>
          <p:cNvPicPr preferRelativeResize="0"/>
          <p:nvPr>
            <p:ph idx="2" type="pic"/>
          </p:nvPr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12059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ru-RU" sz="1200"/>
              <a:t xml:space="preserve">Решение о переводе 14 витрин требует утверждения плана масштабирования до конца квартала.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658813" y="4866865"/>
            <a:ext cx="5130504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</a:p>
        </p:txBody>
      </p:sp>
      <p:sp>
        <p:nvSpPr>
          <p:cNvPr id="256" name="Google Shape;256;p36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2000"/>
              <a:t xml:space="preserve">Спасибо за внимание: готов ответить на вопросы по деталям инициативы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