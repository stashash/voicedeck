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Приветствие аудитории и представление названия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Представление членов команды с фотографиями из аватарок ВКонтакте.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Обзор структуры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Описание проблемы, которую решает сервис.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Пошаговое описание процесса работы сервиса.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Перечисление ключевых преимуществ сервиса.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 видео с демонстрацией сервиса.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Описание планов по развитию сервиса.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Перечисление использованных технологий.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Акцент на единстве и целостности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Завершение презентации и приглашение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2.png"/><Relationship Id="rId3" Type="http://schemas.openxmlformats.org/officeDocument/2006/relationships/image" Target="../media/image233.png"/><Relationship Id="rId4" Type="http://schemas.openxmlformats.org/officeDocument/2006/relationships/image" Target="../media/image235.png"/><Relationship Id="rId5" Type="http://schemas.openxmlformats.org/officeDocument/2006/relationships/image" Target="../media/image234.png"/><Relationship Id="rId6" Type="http://schemas.openxmlformats.org/officeDocument/2006/relationships/image" Target="../media/image236.png"/><Relationship Id="rId7" Type="http://schemas.openxmlformats.org/officeDocument/2006/relationships/image" Target="../media/image231.png"/><Relationship Id="rId8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9" Type="http://schemas.openxmlformats.org/officeDocument/2006/relationships/image" Target="../media/image258.png"/><Relationship Id="rId10" Type="http://schemas.openxmlformats.org/officeDocument/2006/relationships/image" Target="../media/image259.png"/><Relationship Id="rId11" Type="http://schemas.openxmlformats.org/officeDocument/2006/relationships/image" Target="../media/image260.png"/><Relationship Id="rId1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image" Target="../media/image261.png"/><Relationship Id="rId9" Type="http://schemas.openxmlformats.org/officeDocument/2006/relationships/image" Target="../media/image262.png"/><Relationship Id="rId10" Type="http://schemas.openxmlformats.org/officeDocument/2006/relationships/image" Target="../media/image263.png"/><Relationship Id="rId11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image" Target="../media/image264.png"/><Relationship Id="rId7" Type="http://schemas.openxmlformats.org/officeDocument/2006/relationships/image" Target="../media/image265.png"/><Relationship Id="rId8" Type="http://schemas.openxmlformats.org/officeDocument/2006/relationships/image" Target="../media/image266.png"/><Relationship Id="rId9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6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</a:p>
        </p:txBody>
      </p:sp>
      <p:sp>
        <p:nvSpPr>
          <p:cNvPr id="243" name="Google Shape;243;p34"/>
          <p:cNvSpPr txBox="1"/>
          <p:nvPr>
            <p:ph type="title"/>
          </p:nvPr>
        </p:nvSpPr>
        <p:spPr>
          <a:xfrm>
            <a:off x="622262" y="2598003"/>
            <a:ext cx="753542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550"/>
              <a:t xml:space="preserve">Кейс ЛЦТ2026 от команды профессионалов: сервис «Цифровой дизайнер презентаций»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pic>
        <p:nvPicPr>
          <p:cNvPr id="778" name="Google Shape;778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50845" y="255595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626" y="255595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407" y="2555950"/>
            <a:ext cx="866700" cy="8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5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Валерий, Станислав и Андрей совместно создали сервис</a:t>
            </a:r>
          </a:p>
        </p:txBody>
      </p:sp>
      <p:sp>
        <p:nvSpPr>
          <p:cNvPr id="782" name="Google Shape;782;p59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3" name="Google Shape;783;p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4332" y="2763875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5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68394" y="2785319"/>
            <a:ext cx="450851" cy="45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97301" y="276387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59"/>
          <p:cNvSpPr txBox="1"/>
          <p:nvPr/>
        </p:nvSpPr>
        <p:spPr>
          <a:xfrm>
            <a:off x="658811" y="3774296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Валерий Никаноров — Участник команды разработки.</a:t>
            </a:r>
          </a:p>
        </p:txBody>
      </p:sp>
      <p:sp>
        <p:nvSpPr>
          <p:cNvPr id="787" name="Google Shape;787;p59"/>
          <p:cNvSpPr txBox="1"/>
          <p:nvPr/>
        </p:nvSpPr>
        <p:spPr>
          <a:xfrm>
            <a:off x="3101030" y="3774296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Станислав Перевалов — Участник команды разработки.</a:t>
            </a:r>
          </a:p>
        </p:txBody>
      </p:sp>
      <p:sp>
        <p:nvSpPr>
          <p:cNvPr id="788" name="Google Shape;788;p59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89" name="Google Shape;789;p59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90" name="Google Shape;787;p59"/>
          <p:cNvSpPr txBox="1"/>
          <p:nvPr/>
        </p:nvSpPr>
        <p:spPr>
          <a:xfrm>
            <a:off x="5543250" y="3774296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Андрей Власов — Участник команды разработки.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83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2000">
                <a:solidFill>
                  <a:schemeClr val="dk2"/>
                </a:solidFill>
              </a:rPr>
              <a:t xml:space="preserve">Презентация охватит пять ключевых блоков: от проблемы и решения до уникальных фич, живого демо и планов масштабирования сервиса.</a:t>
            </a:r>
          </a:p>
        </p:txBody>
      </p:sp>
      <p:sp>
        <p:nvSpPr>
          <p:cNvPr id="284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Проблема: сложность создания качественных презентаций</a:t>
            </a:r>
          </a:p>
        </p:txBody>
      </p:sp>
      <p:sp>
        <p:nvSpPr>
          <p:cNvPr id="285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Решение: как работает сервис</a:t>
            </a:r>
          </a:p>
        </p:txBody>
      </p:sp>
      <p:sp>
        <p:nvSpPr>
          <p:cNvPr id="286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Киллер фичи: уникальные возможности сервиса</a:t>
            </a:r>
          </a:p>
        </p:txBody>
      </p:sp>
      <p:sp>
        <p:nvSpPr>
          <p:cNvPr id="287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Демо: видео с работой сервиса</a:t>
            </a:r>
          </a:p>
        </p:txBody>
      </p:sp>
      <p:sp>
        <p:nvSpPr>
          <p:cNvPr id="288" name="Google Shape;288;p40"/>
          <p:cNvSpPr/>
          <p:nvPr/>
        </p:nvSpPr>
        <p:spPr>
          <a:xfrm>
            <a:off x="4334060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Масштабирование: планы на будущее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816" y="2622416"/>
            <a:ext cx="3574368" cy="1613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Создание качественной презентации по тексту в заданном шаблоне остаётся сложной задачей для пользователей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125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Необходимо строгое следование заданному шаблону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916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Сложно добиться профессионального вида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916" y="43250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Основа презентации — текстовое описание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86" name="Google Shape;986;p76"/>
          <p:cNvCxnSpPr/>
          <p:nvPr/>
        </p:nvCxnSpPr>
        <p:spPr>
          <a:xfrm rot="10800000">
            <a:off x="-42658" y="3591512"/>
            <a:ext cx="12234658" cy="0"/>
          </a:xfrm>
          <a:prstGeom prst="straightConnector1">
            <a:avLst/>
          </a:prstGeom>
          <a:noFill/>
          <a:ln cap="flat" cmpd="sng" w="12700">
            <a:solidFill>
              <a:srgbClr val="E1E1E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87" name="Google Shape;987;p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Сервис превращает текст в презентацию в шаблоне</a:t>
            </a:r>
          </a:p>
        </p:txBody>
      </p:sp>
      <p:sp>
        <p:nvSpPr>
          <p:cNvPr id="988" name="Google Shape;988;p76"/>
          <p:cNvSpPr/>
          <p:nvPr/>
        </p:nvSpPr>
        <p:spPr>
          <a:xfrm>
            <a:off x="8261481" y="3157870"/>
            <a:ext cx="1192654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990" name="Google Shape;990;p76"/>
          <p:cNvSpPr/>
          <p:nvPr/>
        </p:nvSpPr>
        <p:spPr>
          <a:xfrm>
            <a:off x="4470879" y="3157870"/>
            <a:ext cx="1192654" cy="8695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991" name="Google Shape;991;p76"/>
          <p:cNvSpPr/>
          <p:nvPr/>
        </p:nvSpPr>
        <p:spPr>
          <a:xfrm>
            <a:off x="680276" y="3157870"/>
            <a:ext cx="1192654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992" name="Google Shape;992;p76"/>
          <p:cNvSpPr txBox="1"/>
          <p:nvPr/>
        </p:nvSpPr>
        <p:spPr>
          <a:xfrm>
            <a:off x="627281" y="4250028"/>
            <a:ext cx="3497668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Ввод текста</a:t>
            </a:r>
          </a:p>
        </p:txBody>
      </p:sp>
      <p:sp>
        <p:nvSpPr>
          <p:cNvPr id="993" name="Google Shape;993;p76"/>
          <p:cNvSpPr txBox="1"/>
          <p:nvPr/>
        </p:nvSpPr>
        <p:spPr>
          <a:xfrm>
            <a:off x="4417883" y="4250028"/>
            <a:ext cx="3497668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Генерация</a:t>
            </a:r>
          </a:p>
        </p:txBody>
      </p:sp>
      <p:sp>
        <p:nvSpPr>
          <p:cNvPr id="994" name="Google Shape;994;p76"/>
          <p:cNvSpPr txBox="1"/>
          <p:nvPr/>
        </p:nvSpPr>
        <p:spPr>
          <a:xfrm>
            <a:off x="8208485" y="4250028"/>
            <a:ext cx="3497668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Результат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pic>
        <p:nvPicPr>
          <p:cNvPr id="762" name="Google Shape;76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72904" y="2553757"/>
            <a:ext cx="866700" cy="8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Уникальные возможности сервиса делают его лучшим выбором для пользователей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8"/>
          <p:cNvSpPr txBox="1"/>
          <p:nvPr/>
        </p:nvSpPr>
        <p:spPr>
          <a:xfrm>
            <a:off x="658811" y="3774296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Автоматизация: создание без ручного труда</a:t>
            </a:r>
          </a:p>
        </p:txBody>
      </p:sp>
      <p:sp>
        <p:nvSpPr>
          <p:cNvPr id="766" name="Google Shape;766;p58"/>
          <p:cNvSpPr txBox="1"/>
          <p:nvPr/>
        </p:nvSpPr>
        <p:spPr>
          <a:xfrm>
            <a:off x="3101030" y="3774296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Шаблоны: гибкость выбора дизайна</a:t>
            </a:r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Автоматизация, гибкие шаблоны и высокая скорость работы превращают сервис в лидера рынка.</a:t>
            </a:r>
          </a:p>
        </p:txBody>
      </p:sp>
      <p:sp>
        <p:nvSpPr>
          <p:cNvPr id="768" name="Google Shape;768;p58"/>
          <p:cNvSpPr/>
          <p:nvPr/>
        </p:nvSpPr>
        <p:spPr>
          <a:xfrm>
            <a:off x="582819" y="255595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69" name="Google Shape;769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744" y="2763875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75183" y="2763875"/>
            <a:ext cx="450851" cy="45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5039" y="255595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32964" y="276387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8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74" name="Google Shape;766;p58"/>
          <p:cNvSpPr txBox="1"/>
          <p:nvPr/>
        </p:nvSpPr>
        <p:spPr>
          <a:xfrm>
            <a:off x="5543250" y="3774296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Скорость: быстрое получение результата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5" name="Google Shape;255;p36"/>
          <p:cNvSpPr txBox="1"/>
          <p:nvPr>
            <p:ph idx="1" type="body"/>
          </p:nvPr>
        </p:nvSpPr>
        <p:spPr>
          <a:xfrm>
            <a:off x="658813" y="4866865"/>
            <a:ext cx="5130504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</a:p>
        </p:txBody>
      </p:sp>
      <p:sp>
        <p:nvSpPr>
          <p:cNvPr id="256" name="Google Shape;256;p36"/>
          <p:cNvSpPr txBox="1"/>
          <p:nvPr>
            <p:ph type="title"/>
          </p:nvPr>
        </p:nvSpPr>
        <p:spPr>
          <a:xfrm>
            <a:off x="622261" y="2921912"/>
            <a:ext cx="516705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sz="3600"/>
              <a:t xml:space="preserve">Видео демонстрирует сервис в действии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Сервис масштабируется за счёт новых функций, привлечения аудитории и поддержки устройств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0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97" name="Google Shape;797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961" y="2594667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49400" y="2594667"/>
            <a:ext cx="450851" cy="45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7181" y="2594667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0"/>
          <p:cNvSpPr txBox="1"/>
          <p:nvPr/>
        </p:nvSpPr>
        <p:spPr>
          <a:xfrm>
            <a:off x="658811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Новые функции расширяют возможности сервиса</a:t>
            </a:r>
          </a:p>
        </p:txBody>
      </p:sp>
      <p:sp>
        <p:nvSpPr>
          <p:cNvPr id="801" name="Google Shape;801;p60"/>
          <p:cNvSpPr txBox="1"/>
          <p:nvPr/>
        </p:nvSpPr>
        <p:spPr>
          <a:xfrm>
            <a:off x="3101030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Привлечение новой аудитории пользователей</a:t>
            </a:r>
          </a:p>
        </p:txBody>
      </p:sp>
      <p:sp>
        <p:nvSpPr>
          <p:cNvPr id="802" name="Google Shape;802;p60"/>
          <p:cNvSpPr txBox="1"/>
          <p:nvPr/>
        </p:nvSpPr>
        <p:spPr>
          <a:xfrm>
            <a:off x="8112126" y="3273458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Сервис будет расти и развиваться.</a:t>
            </a:r>
          </a:p>
        </p:txBody>
      </p:sp>
      <p:sp>
        <p:nvSpPr>
          <p:cNvPr id="803" name="Google Shape;801;p60"/>
          <p:cNvSpPr txBox="1"/>
          <p:nvPr/>
        </p:nvSpPr>
        <p:spPr>
          <a:xfrm>
            <a:off x="5543250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Поддержка новых устройств и платформ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20" name="Google Shape;520;p55"/>
          <p:cNvSpPr txBox="1"/>
          <p:nvPr/>
        </p:nvSpPr>
        <p:spPr>
          <a:xfrm>
            <a:off x="4275491" y="2891938"/>
            <a:ext cx="3437091" cy="866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Бэкенд — логика работы</a:t>
            </a:r>
          </a:p>
        </p:txBody>
      </p:sp>
      <p:sp>
        <p:nvSpPr>
          <p:cNvPr id="521" name="Google Shape;521;p55"/>
          <p:cNvSpPr txBox="1"/>
          <p:nvPr/>
        </p:nvSpPr>
        <p:spPr>
          <a:xfrm>
            <a:off x="7892169" y="2891938"/>
            <a:ext cx="3437091" cy="866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БД — хранение данных</a:t>
            </a:r>
          </a:p>
        </p:txBody>
      </p:sp>
      <p:sp>
        <p:nvSpPr>
          <p:cNvPr id="523" name="Google Shape;523;p55"/>
          <p:cNvSpPr txBox="1"/>
          <p:nvPr/>
        </p:nvSpPr>
        <p:spPr>
          <a:xfrm>
            <a:off x="658813" y="2891938"/>
            <a:ext cx="3437091" cy="866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Фронтенд — интерфейс пользователя</a:t>
            </a:r>
          </a:p>
        </p:txBody>
      </p:sp>
      <p:sp>
        <p:nvSpPr>
          <p:cNvPr id="524" name="Google Shape;524;p55"/>
          <p:cNvSpPr/>
          <p:nvPr/>
        </p:nvSpPr>
        <p:spPr>
          <a:xfrm>
            <a:off x="658813" y="1779870"/>
            <a:ext cx="1313187" cy="86670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525" name="Google Shape;525;p55"/>
          <p:cNvSpPr/>
          <p:nvPr/>
        </p:nvSpPr>
        <p:spPr>
          <a:xfrm>
            <a:off x="4275491" y="1779870"/>
            <a:ext cx="1313187" cy="86670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526" name="Google Shape;526;p55"/>
          <p:cNvSpPr/>
          <p:nvPr/>
        </p:nvSpPr>
        <p:spPr>
          <a:xfrm>
            <a:off x="7892169" y="1779870"/>
            <a:ext cx="1313187" cy="86670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536" name="Google Shape;536;p55"/>
          <p:cNvSpPr txBox="1"/>
          <p:nvPr>
            <p:ph type="title"/>
          </p:nvPr>
        </p:nvSpPr>
        <p:spPr>
          <a:xfrm>
            <a:off x="677863" y="692150"/>
            <a:ext cx="10874375" cy="655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Сервис построен на современных технологиях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Все функции объединены в одном сервисе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365315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rPr lang="ru-RU" sz="6600"/>
              <a:t xml:space="preserve">1</a:t>
            </a:r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3653154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Все функции в одном сервисе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endParaRPr b="1" i="0" lang="ru-RU" sz="239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Сервис объединяет все функции в одном месте.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Google Shape;1075;p84"/>
          <p:cNvSpPr txBox="1"/>
          <p:nvPr>
            <p:ph type="title"/>
          </p:nvPr>
        </p:nvSpPr>
        <p:spPr>
          <a:xfrm>
            <a:off x="620713" y="2483712"/>
            <a:ext cx="515869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3200"/>
              <a:t xml:space="preserve">Спасибо за внимание, мы готовы ответить на ваши вопросы</a:t>
            </a:r>
          </a:p>
        </p:txBody>
      </p:sp>
      <p:pic>
        <p:nvPicPr>
          <p:cNvPr id="1076" name="Google Shape;1076;p84"/>
          <p:cNvPicPr preferRelativeResize="0"/>
          <p:nvPr>
            <p:ph idx="2" type="pic"/>
          </p:nvPr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4"/>
          <p:cNvSpPr txBox="1"/>
          <p:nvPr>
            <p:ph idx="1" type="body"/>
          </p:nvPr>
        </p:nvSpPr>
        <p:spPr>
          <a:xfrm>
            <a:off x="658813" y="4161565"/>
            <a:ext cx="5120598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