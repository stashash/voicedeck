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78" r:id="rId4"/>
    <p:sldMasterId id="2147483679" r:id="rId5"/>
  </p:sldMasterIdLst>
  <p:notesMasterIdLst>
    <p:notesMasterId r:id="rId6"/>
  </p:notesMasterIdLst>
  <p:sldIdLst>
    <p:sldId id="311" r:id="rId64"/>
    <p:sldId id="312" r:id="rId65"/>
    <p:sldId id="313" r:id="rId66"/>
    <p:sldId id="314" r:id="rId67"/>
    <p:sldId id="315" r:id="rId68"/>
    <p:sldId id="316" r:id="rId69"/>
    <p:sldId id="317" r:id="rId70"/>
    <p:sldId id="318" r:id="rId71"/>
    <p:sldId id="319" r:id="rId72"/>
    <p:sldId id="320" r:id="rId73"/>
    <p:sldId id="321" r:id="rId74"/>
  </p:sldIdLst>
  <p:sldSz cy="6858000" cx="12192000"/>
  <p:notesSz cx="6858000" cy="9144000"/>
  <p:embeddedFontLst>
    <p:embeddedFont>
      <p:font typeface="Play"/>
      <p:regular r:id="rId62"/>
      <p:bold r:id="rId63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552006A8-8AF6-428E-B8E6-5754F7C527DE}">
  <a:tblStyle styleId="{552006A8-8AF6-428E-B8E6-5754F7C527DE}" styleName="Table_0">
    <a:wholeTbl>
      <a:tcTxStyle b="off" i="off">
        <a:font>
          <a:latin typeface="SF Pro Text Light"/>
          <a:ea typeface="SF Pro Text Light"/>
          <a:cs typeface="SF Pro Text Ligh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6EBFF"/>
          </a:solidFill>
        </a:fill>
      </a:tcStyle>
    </a:wholeTbl>
    <a:band1H>
      <a:tcTxStyle/>
      <a:tcStyle>
        <a:fill>
          <a:solidFill>
            <a:srgbClr val="CAD5FF"/>
          </a:solidFill>
        </a:fill>
      </a:tcStyle>
    </a:band1H>
    <a:band2H>
      <a:tcTxStyle/>
    </a:band2H>
    <a:band1V>
      <a:tcTxStyle/>
      <a:tcStyle>
        <a:fill>
          <a:solidFill>
            <a:srgbClr val="CAD5FF"/>
          </a:solidFill>
        </a:fill>
      </a:tcStyle>
    </a:band1V>
    <a:band2V>
      <a:tcTxStyle/>
    </a:band2V>
    <a:lastCol>
      <a:tcTxStyle b="on" i="off">
        <a:font>
          <a:latin typeface="SF Pro Text Light"/>
          <a:ea typeface="SF Pro Text Light"/>
          <a:cs typeface="SF Pro Text Ligh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SF Pro Text Light"/>
          <a:ea typeface="SF Pro Text Light"/>
          <a:cs typeface="SF Pro Text Ligh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SF Pro Text Light"/>
          <a:ea typeface="SF Pro Text Light"/>
          <a:cs typeface="SF Pro Text Ligh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SF Pro Text Light"/>
          <a:ea typeface="SF Pro Text Light"/>
          <a:cs typeface="SF Pro Text Ligh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  <a:tblStyle styleId="{D62A05B1-10D2-4378-96B9-F810E7567A26}" styleName="Table_1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notesMaster" Target="notesMasters/notesMaster1.xml"/><Relationship Id="rId62" Type="http://schemas.openxmlformats.org/officeDocument/2006/relationships/font" Target="fonts/Play-regular.fntdata"/><Relationship Id="rId63" Type="http://schemas.openxmlformats.org/officeDocument/2006/relationships/font" Target="fonts/Play-bold.fntdata"/><Relationship Id="rId64" Type="http://schemas.openxmlformats.org/officeDocument/2006/relationships/slide" Target="slides/slide56.xml"/><Relationship Id="rId65" Type="http://schemas.openxmlformats.org/officeDocument/2006/relationships/slide" Target="slides/slide57.xml"/><Relationship Id="rId66" Type="http://schemas.openxmlformats.org/officeDocument/2006/relationships/slide" Target="slides/slide58.xml"/><Relationship Id="rId67" Type="http://schemas.openxmlformats.org/officeDocument/2006/relationships/slide" Target="slides/slide59.xml"/><Relationship Id="rId68" Type="http://schemas.openxmlformats.org/officeDocument/2006/relationships/slide" Target="slides/slide60.xml"/><Relationship Id="rId69" Type="http://schemas.openxmlformats.org/officeDocument/2006/relationships/slide" Target="slides/slide61.xml"/><Relationship Id="rId70" Type="http://schemas.openxmlformats.org/officeDocument/2006/relationships/slide" Target="slides/slide62.xml"/><Relationship Id="rId71" Type="http://schemas.openxmlformats.org/officeDocument/2006/relationships/slide" Target="slides/slide63.xml"/><Relationship Id="rId72" Type="http://schemas.openxmlformats.org/officeDocument/2006/relationships/slide" Target="slides/slide64.xml"/><Relationship Id="rId73" Type="http://schemas.openxmlformats.org/officeDocument/2006/relationships/slide" Target="slides/slide65.xml"/><Relationship Id="rId74" Type="http://schemas.openxmlformats.org/officeDocument/2006/relationships/slide" Target="slides/slide6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Инциденты в месяц</c:v>
                </c:pt>
              </c:strCache>
            </c:strRef>
          </c:tx>
          <c:spPr>
            <a:solidFill>
              <a:srgbClr val="0077FF"/>
            </a:solidFill>
          </c:spPr>
          <c:cat>
            <c:strRef>
              <c:f>Sheet1!$A$2:$A$3</c:f>
              <c:strCache>
                <c:ptCount val="2"/>
                <c:pt idx="0">
                  <c:v>До пилота</c:v>
                </c:pt>
                <c:pt idx="1">
                  <c:v>После пилота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9.0</c:v>
                </c:pt>
                <c:pt idx="1">
                  <c:v>2.0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4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0077FF"/>
              </a:solidFill>
            </a:ln>
          </c:spPr>
        </c:majorGridlines>
        <c:title>
          <c:tx>
            <c:rich>
              <a:bodyPr/>
              <a:lstStyle/>
              <a:p>
                <a:r>
                  <a:t>шт.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txPr>
          <a:bodyPr/>
          <a:lstStyle/>
          <a:p>
            <a:pPr>
              <a:defRPr sz="14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400">
          <a:latin typeface="Play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ru-RU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Доброе утро. Сегодня мы обсуждаем инициативу по оптимизации отчётности.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Мы разберем текущие боли, покажем цифры пилота и попросим одобрить план.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Сейчас мы зависим от пакетного режима, который не дает гибкости.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Это позволит начать операционные решения сразу после открытия офиса.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Наблюдаем устойчивое снижение количества опозданий на пилотных витринах.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Таблица суммирует все ключевые изменения, зафиксированные за 6 недель пилота.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Этот срок включает настройку, тестирование и стабилизацию потока данных.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Дополнительные расходы окупаются за счет снижения рисков и ускорения процессов.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Мы предлагаем двигаться по проверенному пилотному сценарию.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Без вашего решения мы не сможем выделить ресурсы на следующий этап.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Готовы ответить на вопросы по деталям реализации и бюджету.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7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Relationship Id="rId3" Type="http://schemas.openxmlformats.org/officeDocument/2006/relationships/image" Target="../media/image2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13.pn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7.pn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png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4.png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5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Титульный слайд">
  <p:cSld name="1_Титульный слайд">
    <p:bg>
      <p:bgPr>
        <a:solidFill>
          <a:schemeClr val="accent1"/>
        </a:solidFill>
      </p:bgPr>
    </p:bg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3" name="Google Shape;53;p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033157" y="699157"/>
            <a:ext cx="6166658" cy="6166658"/>
          </a:xfrm>
          <a:prstGeom prst="rect">
            <a:avLst/>
          </a:prstGeom>
          <a:noFill/>
          <a:ln>
            <a:noFill/>
          </a:ln>
        </p:spPr>
      </p:pic>
      <p:sp>
        <p:nvSpPr>
          <p:cNvPr id="54" name="Google Shape;54;p2"/>
          <p:cNvSpPr txBox="1"/>
          <p:nvPr>
            <p:ph idx="1" type="body"/>
          </p:nvPr>
        </p:nvSpPr>
        <p:spPr>
          <a:xfrm>
            <a:off x="658813" y="4866865"/>
            <a:ext cx="5012644" cy="55399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-228600" lvl="0" marL="4572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000"/>
              <a:buFont typeface="Arial"/>
              <a:buNone/>
              <a:defRPr sz="2000">
                <a:solidFill>
                  <a:schemeClr val="lt2"/>
                </a:solidFill>
              </a:defRPr>
            </a:lvl1pPr>
            <a:lvl2pPr indent="-3429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55" name="Google Shape;55;p2"/>
          <p:cNvSpPr txBox="1"/>
          <p:nvPr>
            <p:ph type="title"/>
          </p:nvPr>
        </p:nvSpPr>
        <p:spPr>
          <a:xfrm>
            <a:off x="622261" y="2921912"/>
            <a:ext cx="10220325" cy="1661993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6000"/>
              <a:buFont typeface="Play"/>
              <a:buNone/>
              <a:defRPr sz="6000">
                <a:solidFill>
                  <a:schemeClr val="lt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2"/>
          <p:cNvSpPr txBox="1"/>
          <p:nvPr/>
        </p:nvSpPr>
        <p:spPr>
          <a:xfrm>
            <a:off x="3358342" y="482138"/>
            <a:ext cx="72768" cy="362141"/>
          </a:xfrm>
          <a:prstGeom prst="rect">
            <a:avLst/>
          </a:prstGeom>
          <a:noFill/>
          <a:ln>
            <a:noFill/>
          </a:ln>
        </p:spPr>
        <p:txBody>
          <a:bodyPr anchorCtr="0" anchor="t" bIns="36000" lIns="36000" spcFirstLastPara="1" rIns="36000" wrap="square" tIns="3600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7" name="Google Shape;57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58813" y="692150"/>
            <a:ext cx="2772297" cy="48963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Титульный слайд">
  <p:cSld name="3_Титульный слайд">
    <p:bg>
      <p:bgPr>
        <a:solidFill>
          <a:schemeClr val="accent1"/>
        </a:solidFill>
      </p:bgPr>
    </p:bg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3"/>
          <p:cNvSpPr txBox="1"/>
          <p:nvPr>
            <p:ph idx="1" type="body"/>
          </p:nvPr>
        </p:nvSpPr>
        <p:spPr>
          <a:xfrm>
            <a:off x="658813" y="4728001"/>
            <a:ext cx="5012644" cy="55399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-228600" lvl="0" marL="4572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000"/>
              <a:buFont typeface="Arial"/>
              <a:buNone/>
              <a:defRPr sz="2000">
                <a:solidFill>
                  <a:schemeClr val="lt2"/>
                </a:solidFill>
              </a:defRPr>
            </a:lvl1pPr>
            <a:lvl2pPr indent="-3429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60" name="Google Shape;60;p3"/>
          <p:cNvSpPr txBox="1"/>
          <p:nvPr>
            <p:ph type="title"/>
          </p:nvPr>
        </p:nvSpPr>
        <p:spPr>
          <a:xfrm>
            <a:off x="622261" y="2598003"/>
            <a:ext cx="10220325" cy="1661993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6000"/>
              <a:buFont typeface="Play"/>
              <a:buNone/>
              <a:defRPr sz="6000">
                <a:solidFill>
                  <a:schemeClr val="lt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3"/>
          <p:cNvSpPr txBox="1"/>
          <p:nvPr/>
        </p:nvSpPr>
        <p:spPr>
          <a:xfrm>
            <a:off x="3358342" y="482138"/>
            <a:ext cx="72768" cy="362141"/>
          </a:xfrm>
          <a:prstGeom prst="rect">
            <a:avLst/>
          </a:prstGeom>
          <a:noFill/>
          <a:ln>
            <a:noFill/>
          </a:ln>
        </p:spPr>
        <p:txBody>
          <a:bodyPr anchorCtr="0" anchor="t" bIns="36000" lIns="36000" spcFirstLastPara="1" rIns="36000" wrap="square" tIns="3600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62" name="Google Shape;62;p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58813" y="692150"/>
            <a:ext cx="2772297" cy="489635"/>
          </a:xfrm>
          <a:prstGeom prst="rect">
            <a:avLst/>
          </a:prstGeom>
          <a:noFill/>
          <a:ln>
            <a:noFill/>
          </a:ln>
        </p:spPr>
      </p:pic>
      <p:pic>
        <p:nvPicPr>
          <p:cNvPr id="63" name="Google Shape;63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803845" y="0"/>
            <a:ext cx="3397780" cy="6858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Титульный слайд">
  <p:cSld name="2_Титульный слайд">
    <p:bg>
      <p:bgPr>
        <a:solidFill>
          <a:schemeClr val="lt1"/>
        </a:solidFill>
      </p:bgPr>
    </p:bg>
    <p:spTree>
      <p:nvGrpSpPr>
        <p:cNvPr id="64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4"/>
          <p:cNvSpPr txBox="1"/>
          <p:nvPr>
            <p:ph idx="1" type="body"/>
          </p:nvPr>
        </p:nvSpPr>
        <p:spPr>
          <a:xfrm>
            <a:off x="658813" y="4866865"/>
            <a:ext cx="10224000" cy="553998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>
            <a:lvl1pPr indent="-228600" lvl="0" marL="4572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b="0" i="0" sz="20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66" name="Google Shape;66;p4"/>
          <p:cNvSpPr txBox="1"/>
          <p:nvPr>
            <p:ph type="title"/>
          </p:nvPr>
        </p:nvSpPr>
        <p:spPr>
          <a:xfrm>
            <a:off x="622261" y="2921912"/>
            <a:ext cx="10220325" cy="1661993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Play"/>
              <a:buNone/>
              <a:defRPr sz="60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4"/>
          <p:cNvSpPr txBox="1"/>
          <p:nvPr/>
        </p:nvSpPr>
        <p:spPr>
          <a:xfrm>
            <a:off x="3358342" y="482138"/>
            <a:ext cx="72768" cy="362141"/>
          </a:xfrm>
          <a:prstGeom prst="rect">
            <a:avLst/>
          </a:prstGeom>
          <a:noFill/>
          <a:ln>
            <a:noFill/>
          </a:ln>
        </p:spPr>
        <p:txBody>
          <a:bodyPr anchorCtr="0" anchor="t" bIns="36000" lIns="36000" spcFirstLastPara="1" rIns="36000" wrap="square" tIns="3600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68" name="Google Shape;68;p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58813" y="692150"/>
            <a:ext cx="2772300" cy="489635"/>
          </a:xfrm>
          <a:prstGeom prst="rect">
            <a:avLst/>
          </a:prstGeom>
          <a:noFill/>
          <a:ln>
            <a:noFill/>
          </a:ln>
        </p:spPr>
      </p:pic>
      <p:pic>
        <p:nvPicPr>
          <p:cNvPr id="69" name="Google Shape;69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33157" y="699157"/>
            <a:ext cx="6166658" cy="616665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Титульный слайд">
  <p:cSld name="4_Титульный слайд">
    <p:bg>
      <p:bgPr>
        <a:solidFill>
          <a:schemeClr val="lt1"/>
        </a:solidFill>
      </p:bgPr>
    </p:bg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5"/>
          <p:cNvSpPr txBox="1"/>
          <p:nvPr/>
        </p:nvSpPr>
        <p:spPr>
          <a:xfrm>
            <a:off x="3358342" y="482138"/>
            <a:ext cx="72768" cy="362141"/>
          </a:xfrm>
          <a:prstGeom prst="rect">
            <a:avLst/>
          </a:prstGeom>
          <a:noFill/>
          <a:ln>
            <a:noFill/>
          </a:ln>
        </p:spPr>
        <p:txBody>
          <a:bodyPr anchorCtr="0" anchor="t" bIns="36000" lIns="36000" spcFirstLastPara="1" rIns="36000" wrap="square" tIns="3600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72" name="Google Shape;72;p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58813" y="692150"/>
            <a:ext cx="2772300" cy="489635"/>
          </a:xfrm>
          <a:prstGeom prst="rect">
            <a:avLst/>
          </a:prstGeom>
          <a:noFill/>
          <a:ln>
            <a:noFill/>
          </a:ln>
        </p:spPr>
      </p:pic>
      <p:sp>
        <p:nvSpPr>
          <p:cNvPr id="73" name="Google Shape;73;p5"/>
          <p:cNvSpPr txBox="1"/>
          <p:nvPr>
            <p:ph idx="1" type="body"/>
          </p:nvPr>
        </p:nvSpPr>
        <p:spPr>
          <a:xfrm>
            <a:off x="658813" y="4728001"/>
            <a:ext cx="5012644" cy="55399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-228600" lvl="0" marL="4572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>
                <a:solidFill>
                  <a:schemeClr val="dk1"/>
                </a:solidFill>
              </a:defRPr>
            </a:lvl1pPr>
            <a:lvl2pPr indent="-3429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4" name="Google Shape;74;p5"/>
          <p:cNvSpPr txBox="1"/>
          <p:nvPr>
            <p:ph type="title"/>
          </p:nvPr>
        </p:nvSpPr>
        <p:spPr>
          <a:xfrm>
            <a:off x="622261" y="2598003"/>
            <a:ext cx="10220325" cy="1661993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Play"/>
              <a:buNone/>
              <a:defRPr sz="60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75" name="Google Shape;75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94220" y="0"/>
            <a:ext cx="3397780" cy="6858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Слайд со спикером">
  <p:cSld name="Слайд со спикером">
    <p:bg>
      <p:bgPr>
        <a:solidFill>
          <a:schemeClr val="dk2"/>
        </a:solidFill>
      </p:bgPr>
    </p:bg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6"/>
          <p:cNvSpPr txBox="1"/>
          <p:nvPr>
            <p:ph type="title"/>
          </p:nvPr>
        </p:nvSpPr>
        <p:spPr>
          <a:xfrm>
            <a:off x="658813" y="692150"/>
            <a:ext cx="6192838" cy="138028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800"/>
              <a:buFont typeface="Play"/>
              <a:buNone/>
              <a:defRPr sz="4800">
                <a:solidFill>
                  <a:schemeClr val="lt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6"/>
          <p:cNvSpPr txBox="1"/>
          <p:nvPr>
            <p:ph idx="1" type="body"/>
          </p:nvPr>
        </p:nvSpPr>
        <p:spPr>
          <a:xfrm>
            <a:off x="658813" y="2357767"/>
            <a:ext cx="5142954" cy="214246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000"/>
              <a:buNone/>
              <a:defRPr b="0" i="0" sz="2000">
                <a:solidFill>
                  <a:schemeClr val="lt2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2286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400"/>
              <a:buNone/>
              <a:defRPr b="0" i="0">
                <a:solidFill>
                  <a:schemeClr val="lt2"/>
                </a:solidFill>
                <a:latin typeface="Play"/>
                <a:ea typeface="Play"/>
                <a:cs typeface="Play"/>
                <a:sym typeface="Play"/>
              </a:defRPr>
            </a:lvl2pPr>
            <a:lvl3pPr indent="-3429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id="79" name="Google Shape;79;p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58813" y="5711140"/>
            <a:ext cx="2772297" cy="489635"/>
          </a:xfrm>
          <a:prstGeom prst="rect">
            <a:avLst/>
          </a:prstGeom>
          <a:noFill/>
          <a:ln>
            <a:noFill/>
          </a:ln>
        </p:spPr>
      </p:pic>
      <p:sp>
        <p:nvSpPr>
          <p:cNvPr id="80" name="Google Shape;80;p6"/>
          <p:cNvSpPr/>
          <p:nvPr>
            <p:ph idx="2" type="pic"/>
          </p:nvPr>
        </p:nvSpPr>
        <p:spPr>
          <a:xfrm>
            <a:off x="6096000" y="0"/>
            <a:ext cx="6096000" cy="6858000"/>
          </a:xfrm>
          <a:prstGeom prst="rect">
            <a:avLst/>
          </a:prstGeom>
          <a:solidFill>
            <a:schemeClr val="lt2"/>
          </a:solidFill>
          <a:ln>
            <a:noFill/>
          </a:ln>
        </p:spPr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Заголовок">
  <p:cSld name="Заголовок">
    <p:bg>
      <p:bgPr>
        <a:solidFill>
          <a:schemeClr val="lt2"/>
        </a:solidFill>
      </p:bgPr>
    </p:bg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7"/>
          <p:cNvSpPr txBox="1"/>
          <p:nvPr>
            <p:ph type="title"/>
          </p:nvPr>
        </p:nvSpPr>
        <p:spPr>
          <a:xfrm>
            <a:off x="677334" y="692150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  <a:defRPr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Титульный слайд раздела">
  <p:cSld name="Титульный слайд раздела">
    <p:bg>
      <p:bgPr>
        <a:solidFill>
          <a:schemeClr val="lt1"/>
        </a:solidFill>
      </p:bgPr>
    </p:bg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8"/>
          <p:cNvSpPr txBox="1"/>
          <p:nvPr>
            <p:ph type="title"/>
          </p:nvPr>
        </p:nvSpPr>
        <p:spPr>
          <a:xfrm>
            <a:off x="603172" y="692150"/>
            <a:ext cx="4621372" cy="118186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800"/>
              <a:buFont typeface="Play"/>
              <a:buNone/>
              <a:defRPr sz="4800">
                <a:solidFill>
                  <a:schemeClr val="dk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85" name="Google Shape;85;p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033225" y="691342"/>
            <a:ext cx="6166658" cy="616665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Титульный слайд раздела">
  <p:cSld name="2_Титульный слайд раздела">
    <p:bg>
      <p:bgPr>
        <a:solidFill>
          <a:schemeClr val="lt1"/>
        </a:solidFill>
      </p:bgPr>
    </p:bg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9"/>
          <p:cNvSpPr txBox="1"/>
          <p:nvPr>
            <p:ph type="title"/>
          </p:nvPr>
        </p:nvSpPr>
        <p:spPr>
          <a:xfrm>
            <a:off x="603172" y="692150"/>
            <a:ext cx="4621372" cy="118186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800"/>
              <a:buFont typeface="Play"/>
              <a:buNone/>
              <a:defRPr sz="4800">
                <a:solidFill>
                  <a:schemeClr val="dk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88" name="Google Shape;88;p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807980" y="0"/>
            <a:ext cx="3394294" cy="6858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Заголовок в 2 строки + объект">
  <p:cSld name="Заголовок в 2 строки + объект">
    <p:bg>
      <p:bgPr>
        <a:solidFill>
          <a:schemeClr val="lt2"/>
        </a:solidFill>
      </p:bgPr>
    </p:bg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0"/>
          <p:cNvSpPr txBox="1"/>
          <p:nvPr>
            <p:ph idx="1" type="body"/>
          </p:nvPr>
        </p:nvSpPr>
        <p:spPr>
          <a:xfrm>
            <a:off x="671513" y="2040889"/>
            <a:ext cx="5424487" cy="415988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0" i="0">
                <a:latin typeface="Play"/>
                <a:ea typeface="Play"/>
                <a:cs typeface="Play"/>
                <a:sym typeface="Play"/>
              </a:defRPr>
            </a:lvl1pPr>
            <a:lvl2pPr indent="-3175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400"/>
              <a:buChar char="•"/>
              <a:defRPr b="0" i="0">
                <a:latin typeface="Play"/>
                <a:ea typeface="Play"/>
                <a:cs typeface="Play"/>
                <a:sym typeface="Play"/>
              </a:defRPr>
            </a:lvl2pPr>
            <a:lvl3pPr indent="-3048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Char char="−"/>
              <a:defRPr b="0" i="0">
                <a:latin typeface="Play"/>
                <a:ea typeface="Play"/>
                <a:cs typeface="Play"/>
                <a:sym typeface="Play"/>
              </a:defRPr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91" name="Google Shape;91;p10"/>
          <p:cNvSpPr txBox="1"/>
          <p:nvPr>
            <p:ph type="title"/>
          </p:nvPr>
        </p:nvSpPr>
        <p:spPr>
          <a:xfrm>
            <a:off x="677334" y="692150"/>
            <a:ext cx="5418666" cy="10810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  <a:defRPr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2" name="Google Shape;92;p10"/>
          <p:cNvSpPr/>
          <p:nvPr/>
        </p:nvSpPr>
        <p:spPr>
          <a:xfrm>
            <a:off x="6096000" y="0"/>
            <a:ext cx="6096000" cy="6858000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 фактоида + текст">
  <p:cSld name="2 фактоида + текст"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11"/>
          <p:cNvSpPr txBox="1"/>
          <p:nvPr>
            <p:ph idx="1" type="body"/>
          </p:nvPr>
        </p:nvSpPr>
        <p:spPr>
          <a:xfrm>
            <a:off x="671514" y="1773238"/>
            <a:ext cx="5135728" cy="442753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indent="-3429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95" name="Google Shape;95;p11"/>
          <p:cNvSpPr txBox="1"/>
          <p:nvPr>
            <p:ph type="title"/>
          </p:nvPr>
        </p:nvSpPr>
        <p:spPr>
          <a:xfrm>
            <a:off x="677334" y="692150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  <a:defRPr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1"/>
          <p:cNvSpPr txBox="1"/>
          <p:nvPr>
            <p:ph idx="11" type="ftr"/>
          </p:nvPr>
        </p:nvSpPr>
        <p:spPr>
          <a:xfrm>
            <a:off x="671513" y="167981"/>
            <a:ext cx="10874375" cy="24143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7" name="Google Shape;97;p11"/>
          <p:cNvSpPr txBox="1"/>
          <p:nvPr>
            <p:ph idx="2" type="body"/>
          </p:nvPr>
        </p:nvSpPr>
        <p:spPr>
          <a:xfrm>
            <a:off x="6097339" y="3864033"/>
            <a:ext cx="5417327" cy="10800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8800"/>
              <a:buNone/>
              <a:defRPr b="1" i="0" sz="88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98" name="Google Shape;98;p11"/>
          <p:cNvSpPr txBox="1"/>
          <p:nvPr>
            <p:ph idx="3" type="body"/>
          </p:nvPr>
        </p:nvSpPr>
        <p:spPr>
          <a:xfrm>
            <a:off x="6097338" y="5058095"/>
            <a:ext cx="5417327" cy="35661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indent="-3429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99" name="Google Shape;99;p11"/>
          <p:cNvSpPr txBox="1"/>
          <p:nvPr>
            <p:ph idx="4" type="body"/>
          </p:nvPr>
        </p:nvSpPr>
        <p:spPr>
          <a:xfrm>
            <a:off x="6096000" y="1773238"/>
            <a:ext cx="5417327" cy="10800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8800"/>
              <a:buNone/>
              <a:defRPr b="1" i="0" sz="88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00" name="Google Shape;100;p11"/>
          <p:cNvSpPr txBox="1"/>
          <p:nvPr>
            <p:ph idx="5" type="body"/>
          </p:nvPr>
        </p:nvSpPr>
        <p:spPr>
          <a:xfrm>
            <a:off x="6096000" y="2967300"/>
            <a:ext cx="5417327" cy="35661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indent="-3429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Цитата без фото">
  <p:cSld name="Цитата без фото"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2"/>
          <p:cNvSpPr txBox="1"/>
          <p:nvPr>
            <p:ph idx="1" type="body"/>
          </p:nvPr>
        </p:nvSpPr>
        <p:spPr>
          <a:xfrm>
            <a:off x="3359150" y="692151"/>
            <a:ext cx="8174038" cy="160961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400"/>
              <a:buNone/>
              <a:defRPr sz="4400">
                <a:solidFill>
                  <a:schemeClr val="accen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03" name="Google Shape;103;p12"/>
          <p:cNvSpPr txBox="1"/>
          <p:nvPr>
            <p:ph idx="2" type="body"/>
          </p:nvPr>
        </p:nvSpPr>
        <p:spPr>
          <a:xfrm>
            <a:off x="3359150" y="5738829"/>
            <a:ext cx="8200516" cy="46194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None/>
              <a:defRPr sz="2400">
                <a:solidFill>
                  <a:schemeClr val="dk2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04" name="Google Shape;104;p12"/>
          <p:cNvSpPr txBox="1"/>
          <p:nvPr>
            <p:ph idx="3" type="body"/>
          </p:nvPr>
        </p:nvSpPr>
        <p:spPr>
          <a:xfrm>
            <a:off x="3366814" y="2459421"/>
            <a:ext cx="8174038" cy="160961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0" i="0" sz="2400">
                <a:latin typeface="Play"/>
                <a:ea typeface="Play"/>
                <a:cs typeface="Play"/>
                <a:sym typeface="Play"/>
              </a:defRPr>
            </a:lvl1pPr>
            <a:lvl2pPr indent="-3556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Char char="•"/>
              <a:defRPr sz="20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2pPr>
            <a:lvl3pPr indent="-3429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 sz="1800">
                <a:latin typeface="Play"/>
                <a:ea typeface="Play"/>
                <a:cs typeface="Play"/>
                <a:sym typeface="Play"/>
              </a:defRPr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05" name="Google Shape;105;p12"/>
          <p:cNvSpPr txBox="1"/>
          <p:nvPr/>
        </p:nvSpPr>
        <p:spPr>
          <a:xfrm>
            <a:off x="544512" y="-1049150"/>
            <a:ext cx="2058988" cy="447814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ru-RU" sz="28800" u="none" cap="none" strike="noStrike">
                <a:solidFill>
                  <a:schemeClr val="accent1"/>
                </a:solidFill>
                <a:latin typeface="Play"/>
                <a:ea typeface="Play"/>
                <a:cs typeface="Play"/>
                <a:sym typeface="Play"/>
              </a:rPr>
              <a:t>«</a:t>
            </a:r>
            <a:endParaRPr/>
          </a:p>
        </p:txBody>
      </p:sp>
      <p:sp>
        <p:nvSpPr>
          <p:cNvPr id="106" name="Google Shape;106;p12"/>
          <p:cNvSpPr txBox="1"/>
          <p:nvPr>
            <p:ph idx="11" type="ftr"/>
          </p:nvPr>
        </p:nvSpPr>
        <p:spPr>
          <a:xfrm>
            <a:off x="671513" y="167981"/>
            <a:ext cx="10874375" cy="24143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Заголовок + текст в две колонки">
  <p:cSld name="2_Заголовок + текст в две колонки">
    <p:bg>
      <p:bgPr>
        <a:solidFill>
          <a:schemeClr val="lt2"/>
        </a:solidFill>
      </p:bgPr>
    </p:bg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3"/>
          <p:cNvSpPr txBox="1"/>
          <p:nvPr>
            <p:ph idx="1" type="body"/>
          </p:nvPr>
        </p:nvSpPr>
        <p:spPr>
          <a:xfrm>
            <a:off x="677334" y="1773238"/>
            <a:ext cx="5304365" cy="442753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0" i="0">
                <a:latin typeface="Play"/>
                <a:ea typeface="Play"/>
                <a:cs typeface="Play"/>
                <a:sym typeface="Play"/>
              </a:defRPr>
            </a:lvl1pPr>
            <a:lvl2pPr indent="-3175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400"/>
              <a:buChar char="•"/>
              <a:defRPr b="0" i="0">
                <a:latin typeface="Play"/>
                <a:ea typeface="Play"/>
                <a:cs typeface="Play"/>
                <a:sym typeface="Play"/>
              </a:defRPr>
            </a:lvl2pPr>
            <a:lvl3pPr indent="-3048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Char char="−"/>
              <a:defRPr b="0" i="0">
                <a:latin typeface="Play"/>
                <a:ea typeface="Play"/>
                <a:cs typeface="Play"/>
                <a:sym typeface="Play"/>
              </a:defRPr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09" name="Google Shape;109;p13"/>
          <p:cNvSpPr txBox="1"/>
          <p:nvPr>
            <p:ph idx="2" type="body"/>
          </p:nvPr>
        </p:nvSpPr>
        <p:spPr>
          <a:xfrm>
            <a:off x="6228824" y="1773239"/>
            <a:ext cx="5304364" cy="442753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0" i="0">
                <a:latin typeface="Play"/>
                <a:ea typeface="Play"/>
                <a:cs typeface="Play"/>
                <a:sym typeface="Play"/>
              </a:defRPr>
            </a:lvl1pPr>
            <a:lvl2pPr indent="-3175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400"/>
              <a:buChar char="•"/>
              <a:defRPr b="0" i="0">
                <a:latin typeface="Play"/>
                <a:ea typeface="Play"/>
                <a:cs typeface="Play"/>
                <a:sym typeface="Play"/>
              </a:defRPr>
            </a:lvl2pPr>
            <a:lvl3pPr indent="-3048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Char char="−"/>
              <a:defRPr b="0" i="0">
                <a:latin typeface="Play"/>
                <a:ea typeface="Play"/>
                <a:cs typeface="Play"/>
                <a:sym typeface="Play"/>
              </a:defRPr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10" name="Google Shape;110;p13"/>
          <p:cNvSpPr txBox="1"/>
          <p:nvPr>
            <p:ph type="title"/>
          </p:nvPr>
        </p:nvSpPr>
        <p:spPr>
          <a:xfrm>
            <a:off x="677334" y="692150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  <a:defRPr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Мокап телефона ">
  <p:cSld name="Мокап телефона "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14"/>
          <p:cNvSpPr txBox="1"/>
          <p:nvPr>
            <p:ph idx="11" type="ftr"/>
          </p:nvPr>
        </p:nvSpPr>
        <p:spPr>
          <a:xfrm>
            <a:off x="671513" y="167981"/>
            <a:ext cx="10874375" cy="24143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13" name="Google Shape;113;p14"/>
          <p:cNvSpPr txBox="1"/>
          <p:nvPr>
            <p:ph idx="1" type="body"/>
          </p:nvPr>
        </p:nvSpPr>
        <p:spPr>
          <a:xfrm>
            <a:off x="671514" y="2055970"/>
            <a:ext cx="5418666" cy="414480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indent="-3429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14" name="Google Shape;114;p14"/>
          <p:cNvSpPr txBox="1"/>
          <p:nvPr>
            <p:ph type="title"/>
          </p:nvPr>
        </p:nvSpPr>
        <p:spPr>
          <a:xfrm>
            <a:off x="677334" y="692150"/>
            <a:ext cx="5418666" cy="10810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  <a:defRPr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115" name="Google Shape;115;p1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7582421" y="452282"/>
            <a:ext cx="3174791" cy="5991381"/>
          </a:xfrm>
          <a:prstGeom prst="rect">
            <a:avLst/>
          </a:prstGeom>
          <a:noFill/>
          <a:ln>
            <a:noFill/>
          </a:ln>
        </p:spPr>
      </p:pic>
      <p:sp>
        <p:nvSpPr>
          <p:cNvPr id="116" name="Google Shape;116;p14"/>
          <p:cNvSpPr/>
          <p:nvPr>
            <p:ph idx="2" type="pic"/>
          </p:nvPr>
        </p:nvSpPr>
        <p:spPr>
          <a:xfrm>
            <a:off x="7951157" y="814745"/>
            <a:ext cx="2430752" cy="5260770"/>
          </a:xfrm>
          <a:prstGeom prst="rect">
            <a:avLst/>
          </a:prstGeom>
          <a:solidFill>
            <a:schemeClr val="accent1"/>
          </a:solidFill>
          <a:ln cap="flat" cmpd="sng" w="1270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Заголовок + скриншот (1)">
  <p:cSld name="Заголовок + скриншот (1)">
    <p:bg>
      <p:bgPr>
        <a:solidFill>
          <a:schemeClr val="lt2"/>
        </a:solidFill>
      </p:bgPr>
    </p:bg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15"/>
          <p:cNvSpPr txBox="1"/>
          <p:nvPr>
            <p:ph idx="1" type="body"/>
          </p:nvPr>
        </p:nvSpPr>
        <p:spPr>
          <a:xfrm>
            <a:off x="6096000" y="692150"/>
            <a:ext cx="5437187" cy="55086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0" i="0">
                <a:latin typeface="Play"/>
                <a:ea typeface="Play"/>
                <a:cs typeface="Play"/>
                <a:sym typeface="Play"/>
              </a:defRPr>
            </a:lvl1pPr>
            <a:lvl2pPr indent="-3429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19" name="Google Shape;119;p15"/>
          <p:cNvSpPr txBox="1"/>
          <p:nvPr>
            <p:ph type="title"/>
          </p:nvPr>
        </p:nvSpPr>
        <p:spPr>
          <a:xfrm>
            <a:off x="677334" y="692150"/>
            <a:ext cx="4663017" cy="10810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  <a:defRPr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0" name="Google Shape;120;p15"/>
          <p:cNvSpPr txBox="1"/>
          <p:nvPr>
            <p:ph idx="2" type="body"/>
          </p:nvPr>
        </p:nvSpPr>
        <p:spPr>
          <a:xfrm>
            <a:off x="671514" y="2018599"/>
            <a:ext cx="4649786" cy="418217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0" i="0">
                <a:latin typeface="Play"/>
                <a:ea typeface="Play"/>
                <a:cs typeface="Play"/>
                <a:sym typeface="Play"/>
              </a:defRPr>
            </a:lvl1pPr>
            <a:lvl2pPr indent="-3175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400"/>
              <a:buChar char="•"/>
              <a:defRPr b="0" i="0">
                <a:latin typeface="Play"/>
                <a:ea typeface="Play"/>
                <a:cs typeface="Play"/>
                <a:sym typeface="Play"/>
              </a:defRPr>
            </a:lvl2pPr>
            <a:lvl3pPr indent="-3048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Char char="−"/>
              <a:defRPr b="0" i="0">
                <a:latin typeface="Play"/>
                <a:ea typeface="Play"/>
                <a:cs typeface="Play"/>
                <a:sym typeface="Play"/>
              </a:defRPr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Заголовок + текст">
  <p:cSld name="Заголовок + текст">
    <p:bg>
      <p:bgPr>
        <a:solidFill>
          <a:schemeClr val="lt2"/>
        </a:solidFill>
      </p:bgPr>
    </p:bg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16"/>
          <p:cNvSpPr txBox="1"/>
          <p:nvPr>
            <p:ph idx="1" type="body"/>
          </p:nvPr>
        </p:nvSpPr>
        <p:spPr>
          <a:xfrm>
            <a:off x="671513" y="1773238"/>
            <a:ext cx="10861675" cy="446404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0" i="0">
                <a:latin typeface="Play"/>
                <a:ea typeface="Play"/>
                <a:cs typeface="Play"/>
                <a:sym typeface="Play"/>
              </a:defRPr>
            </a:lvl1pPr>
            <a:lvl2pPr indent="-3175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400"/>
              <a:buChar char="•"/>
              <a:defRPr b="0" i="0">
                <a:latin typeface="Play"/>
                <a:ea typeface="Play"/>
                <a:cs typeface="Play"/>
                <a:sym typeface="Play"/>
              </a:defRPr>
            </a:lvl2pPr>
            <a:lvl3pPr indent="-3048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Char char="−"/>
              <a:defRPr b="0" i="0">
                <a:latin typeface="Play"/>
                <a:ea typeface="Play"/>
                <a:cs typeface="Play"/>
                <a:sym typeface="Play"/>
              </a:defRPr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23" name="Google Shape;123;p16"/>
          <p:cNvSpPr txBox="1"/>
          <p:nvPr>
            <p:ph type="title"/>
          </p:nvPr>
        </p:nvSpPr>
        <p:spPr>
          <a:xfrm>
            <a:off x="677334" y="692150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  <a:defRPr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Паттерн + фото">
  <p:cSld name="Паттерн + фото">
    <p:bg>
      <p:bgPr>
        <a:solidFill>
          <a:schemeClr val="lt2"/>
        </a:solidFill>
      </p:bgPr>
    </p:bg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17"/>
          <p:cNvSpPr txBox="1"/>
          <p:nvPr>
            <p:ph idx="1" type="body"/>
          </p:nvPr>
        </p:nvSpPr>
        <p:spPr>
          <a:xfrm>
            <a:off x="671514" y="2558715"/>
            <a:ext cx="4165182" cy="364205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0" i="0">
                <a:latin typeface="Play"/>
                <a:ea typeface="Play"/>
                <a:cs typeface="Play"/>
                <a:sym typeface="Play"/>
              </a:defRPr>
            </a:lvl1pPr>
            <a:lvl2pPr indent="-3175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400"/>
              <a:buChar char="•"/>
              <a:defRPr b="0" i="0">
                <a:latin typeface="Play"/>
                <a:ea typeface="Play"/>
                <a:cs typeface="Play"/>
                <a:sym typeface="Play"/>
              </a:defRPr>
            </a:lvl2pPr>
            <a:lvl3pPr indent="-3048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Char char="−"/>
              <a:defRPr b="0" i="0">
                <a:latin typeface="Play"/>
                <a:ea typeface="Play"/>
                <a:cs typeface="Play"/>
                <a:sym typeface="Play"/>
              </a:defRPr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26" name="Google Shape;126;p17"/>
          <p:cNvSpPr txBox="1"/>
          <p:nvPr>
            <p:ph type="title"/>
          </p:nvPr>
        </p:nvSpPr>
        <p:spPr>
          <a:xfrm>
            <a:off x="677334" y="692149"/>
            <a:ext cx="3180792" cy="134873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  <a:defRPr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127" name="Google Shape;127;p17"/>
          <p:cNvPicPr preferRelativeResize="0"/>
          <p:nvPr/>
        </p:nvPicPr>
        <p:blipFill rotWithShape="1">
          <a:blip r:embed="rId2">
            <a:alphaModFix/>
          </a:blip>
          <a:srcRect b="39" l="621" r="0" t="0"/>
          <a:stretch/>
        </p:blipFill>
        <p:spPr>
          <a:xfrm>
            <a:off x="5335631" y="0"/>
            <a:ext cx="6872200" cy="6855356"/>
          </a:xfrm>
          <a:custGeom>
            <a:rect b="b" l="l" r="r" t="t"/>
            <a:pathLst>
              <a:path extrusionOk="0" h="6855356" w="6872200">
                <a:moveTo>
                  <a:pt x="5172532" y="3455219"/>
                </a:moveTo>
                <a:cubicBezTo>
                  <a:pt x="5499707" y="3455219"/>
                  <a:pt x="5792960" y="3528040"/>
                  <a:pt x="6052290" y="3673628"/>
                </a:cubicBezTo>
                <a:cubicBezTo>
                  <a:pt x="6311647" y="3819244"/>
                  <a:pt x="6513116" y="4021018"/>
                  <a:pt x="6656750" y="4278950"/>
                </a:cubicBezTo>
                <a:cubicBezTo>
                  <a:pt x="6800384" y="4532724"/>
                  <a:pt x="6872200" y="4823927"/>
                  <a:pt x="6872200" y="5152588"/>
                </a:cubicBezTo>
                <a:cubicBezTo>
                  <a:pt x="6872200" y="5481249"/>
                  <a:pt x="6800384" y="5774545"/>
                  <a:pt x="6656750" y="6032478"/>
                </a:cubicBezTo>
                <a:cubicBezTo>
                  <a:pt x="6513116" y="6286251"/>
                  <a:pt x="6311647" y="6485932"/>
                  <a:pt x="6052290" y="6631548"/>
                </a:cubicBezTo>
                <a:cubicBezTo>
                  <a:pt x="5792960" y="6777135"/>
                  <a:pt x="5499707" y="6849957"/>
                  <a:pt x="5172532" y="6849957"/>
                </a:cubicBezTo>
                <a:cubicBezTo>
                  <a:pt x="4845384" y="6849957"/>
                  <a:pt x="4552131" y="6777135"/>
                  <a:pt x="4292801" y="6631548"/>
                </a:cubicBezTo>
                <a:cubicBezTo>
                  <a:pt x="4037443" y="6485932"/>
                  <a:pt x="3835948" y="6286251"/>
                  <a:pt x="3688342" y="6032478"/>
                </a:cubicBezTo>
                <a:cubicBezTo>
                  <a:pt x="3544708" y="5774545"/>
                  <a:pt x="3472891" y="5481249"/>
                  <a:pt x="3472891" y="5152588"/>
                </a:cubicBezTo>
                <a:cubicBezTo>
                  <a:pt x="3472891" y="4823927"/>
                  <a:pt x="3544708" y="4532724"/>
                  <a:pt x="3688342" y="4278950"/>
                </a:cubicBezTo>
                <a:cubicBezTo>
                  <a:pt x="3835948" y="4021018"/>
                  <a:pt x="4037443" y="3819244"/>
                  <a:pt x="4292801" y="3673628"/>
                </a:cubicBezTo>
                <a:cubicBezTo>
                  <a:pt x="4552131" y="3528040"/>
                  <a:pt x="4845384" y="3455219"/>
                  <a:pt x="5172532" y="3455219"/>
                </a:cubicBezTo>
                <a:close/>
                <a:moveTo>
                  <a:pt x="2986720" y="3455219"/>
                </a:moveTo>
                <a:cubicBezTo>
                  <a:pt x="3221752" y="3455219"/>
                  <a:pt x="3412299" y="3645508"/>
                  <a:pt x="3412299" y="3880250"/>
                </a:cubicBezTo>
                <a:lnTo>
                  <a:pt x="3412299" y="6430352"/>
                </a:lnTo>
                <a:cubicBezTo>
                  <a:pt x="3412299" y="6665066"/>
                  <a:pt x="3221752" y="6855356"/>
                  <a:pt x="2986720" y="6855356"/>
                </a:cubicBezTo>
                <a:cubicBezTo>
                  <a:pt x="2751660" y="6855356"/>
                  <a:pt x="2561116" y="6665066"/>
                  <a:pt x="2561116" y="6430352"/>
                </a:cubicBezTo>
                <a:lnTo>
                  <a:pt x="2561116" y="3880250"/>
                </a:lnTo>
                <a:cubicBezTo>
                  <a:pt x="2561116" y="3645508"/>
                  <a:pt x="2751660" y="3455219"/>
                  <a:pt x="2986720" y="3455219"/>
                </a:cubicBezTo>
                <a:close/>
                <a:moveTo>
                  <a:pt x="0" y="3455219"/>
                </a:moveTo>
                <a:lnTo>
                  <a:pt x="2285195" y="3455219"/>
                </a:lnTo>
                <a:lnTo>
                  <a:pt x="2285195" y="6855356"/>
                </a:lnTo>
                <a:cubicBezTo>
                  <a:pt x="1415843" y="6855356"/>
                  <a:pt x="981165" y="6855356"/>
                  <a:pt x="659952" y="6663607"/>
                </a:cubicBezTo>
                <a:cubicBezTo>
                  <a:pt x="467707" y="6548838"/>
                  <a:pt x="306935" y="6388295"/>
                  <a:pt x="192014" y="6196299"/>
                </a:cubicBezTo>
                <a:cubicBezTo>
                  <a:pt x="0" y="5875515"/>
                  <a:pt x="0" y="5441450"/>
                  <a:pt x="0" y="4573266"/>
                </a:cubicBezTo>
                <a:close/>
                <a:moveTo>
                  <a:pt x="5160091" y="0"/>
                </a:moveTo>
                <a:lnTo>
                  <a:pt x="5164453" y="0"/>
                </a:lnTo>
                <a:lnTo>
                  <a:pt x="5275907" y="52"/>
                </a:lnTo>
                <a:cubicBezTo>
                  <a:pt x="5524640" y="425"/>
                  <a:pt x="5662733" y="3407"/>
                  <a:pt x="5779943" y="27266"/>
                </a:cubicBezTo>
                <a:cubicBezTo>
                  <a:pt x="6312557" y="135674"/>
                  <a:pt x="6728787" y="551352"/>
                  <a:pt x="6837340" y="1083241"/>
                </a:cubicBezTo>
                <a:cubicBezTo>
                  <a:pt x="6864644" y="1217025"/>
                  <a:pt x="6864644" y="1378040"/>
                  <a:pt x="6864644" y="1700070"/>
                </a:cubicBezTo>
                <a:lnTo>
                  <a:pt x="6864644" y="3400137"/>
                </a:lnTo>
                <a:lnTo>
                  <a:pt x="5162272" y="3400137"/>
                </a:lnTo>
                <a:cubicBezTo>
                  <a:pt x="4839813" y="3400137"/>
                  <a:pt x="4678583" y="3400137"/>
                  <a:pt x="4544602" y="3372869"/>
                </a:cubicBezTo>
                <a:cubicBezTo>
                  <a:pt x="4012014" y="3264463"/>
                  <a:pt x="3595758" y="2848797"/>
                  <a:pt x="3487205" y="2316902"/>
                </a:cubicBezTo>
                <a:cubicBezTo>
                  <a:pt x="3459901" y="2183117"/>
                  <a:pt x="3459901" y="2022101"/>
                  <a:pt x="3459901" y="1700070"/>
                </a:cubicBezTo>
                <a:cubicBezTo>
                  <a:pt x="3459901" y="1378040"/>
                  <a:pt x="3459901" y="1217025"/>
                  <a:pt x="3487205" y="1083241"/>
                </a:cubicBezTo>
                <a:cubicBezTo>
                  <a:pt x="3595758" y="551352"/>
                  <a:pt x="4012014" y="135674"/>
                  <a:pt x="4544602" y="27266"/>
                </a:cubicBezTo>
                <a:cubicBezTo>
                  <a:pt x="4661835" y="3407"/>
                  <a:pt x="4799931" y="425"/>
                  <a:pt x="5048646" y="52"/>
                </a:cubicBezTo>
                <a:close/>
                <a:moveTo>
                  <a:pt x="1702374" y="0"/>
                </a:moveTo>
                <a:lnTo>
                  <a:pt x="3404743" y="0"/>
                </a:lnTo>
                <a:lnTo>
                  <a:pt x="3404743" y="3400137"/>
                </a:lnTo>
                <a:lnTo>
                  <a:pt x="1702374" y="3400137"/>
                </a:lnTo>
                <a:cubicBezTo>
                  <a:pt x="762181" y="3400137"/>
                  <a:pt x="0" y="2638994"/>
                  <a:pt x="0" y="1700071"/>
                </a:cubicBezTo>
                <a:cubicBezTo>
                  <a:pt x="0" y="761147"/>
                  <a:pt x="762178" y="0"/>
                  <a:pt x="1702374" y="0"/>
                </a:cubicBezTo>
                <a:close/>
              </a:path>
            </a:pathLst>
          </a:custGeom>
          <a:noFill/>
          <a:ln>
            <a:noFill/>
          </a:ln>
        </p:spPr>
      </p:pic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Паттерн + фото">
  <p:cSld name="1_Паттерн + фото">
    <p:bg>
      <p:bgPr>
        <a:solidFill>
          <a:schemeClr val="lt2"/>
        </a:solidFill>
      </p:bgPr>
    </p:bg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671514" y="2558715"/>
            <a:ext cx="4165182" cy="364205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0" i="0">
                <a:latin typeface="Play"/>
                <a:ea typeface="Play"/>
                <a:cs typeface="Play"/>
                <a:sym typeface="Play"/>
              </a:defRPr>
            </a:lvl1pPr>
            <a:lvl2pPr indent="-3175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400"/>
              <a:buChar char="•"/>
              <a:defRPr b="0" i="0">
                <a:latin typeface="Play"/>
                <a:ea typeface="Play"/>
                <a:cs typeface="Play"/>
                <a:sym typeface="Play"/>
              </a:defRPr>
            </a:lvl2pPr>
            <a:lvl3pPr indent="-3048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Char char="−"/>
              <a:defRPr b="0" i="0">
                <a:latin typeface="Play"/>
                <a:ea typeface="Play"/>
                <a:cs typeface="Play"/>
                <a:sym typeface="Play"/>
              </a:defRPr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30" name="Google Shape;130;p18"/>
          <p:cNvSpPr txBox="1"/>
          <p:nvPr>
            <p:ph type="title"/>
          </p:nvPr>
        </p:nvSpPr>
        <p:spPr>
          <a:xfrm>
            <a:off x="677334" y="692149"/>
            <a:ext cx="3180792" cy="134873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  <a:defRPr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131" name="Google Shape;131;p1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5333139" y="0"/>
            <a:ext cx="6858000" cy="6858000"/>
          </a:xfrm>
          <a:custGeom>
            <a:rect b="b" l="l" r="r" t="t"/>
            <a:pathLst>
              <a:path extrusionOk="0" h="6858000" w="6858000">
                <a:moveTo>
                  <a:pt x="1708713" y="3459856"/>
                </a:moveTo>
                <a:cubicBezTo>
                  <a:pt x="2035880" y="3459856"/>
                  <a:pt x="2329130" y="3532775"/>
                  <a:pt x="2588468" y="3678558"/>
                </a:cubicBezTo>
                <a:cubicBezTo>
                  <a:pt x="2847820" y="3824369"/>
                  <a:pt x="3049288" y="4026414"/>
                  <a:pt x="3192922" y="4284692"/>
                </a:cubicBezTo>
                <a:cubicBezTo>
                  <a:pt x="3336556" y="4538807"/>
                  <a:pt x="3408373" y="4830401"/>
                  <a:pt x="3408373" y="5159502"/>
                </a:cubicBezTo>
                <a:cubicBezTo>
                  <a:pt x="3408373" y="5488604"/>
                  <a:pt x="3336556" y="5782294"/>
                  <a:pt x="3192922" y="6040572"/>
                </a:cubicBezTo>
                <a:cubicBezTo>
                  <a:pt x="3049288" y="6294687"/>
                  <a:pt x="2847820" y="6494635"/>
                  <a:pt x="2588468" y="6640446"/>
                </a:cubicBezTo>
                <a:cubicBezTo>
                  <a:pt x="2393965" y="6749783"/>
                  <a:pt x="2180386" y="6818135"/>
                  <a:pt x="1947729" y="6845477"/>
                </a:cubicBezTo>
                <a:lnTo>
                  <a:pt x="1728785" y="6858000"/>
                </a:lnTo>
                <a:lnTo>
                  <a:pt x="1688642" y="6858000"/>
                </a:lnTo>
                <a:lnTo>
                  <a:pt x="1469698" y="6845477"/>
                </a:lnTo>
                <a:cubicBezTo>
                  <a:pt x="1237042" y="6818135"/>
                  <a:pt x="1023462" y="6749783"/>
                  <a:pt x="828957" y="6640446"/>
                </a:cubicBezTo>
                <a:cubicBezTo>
                  <a:pt x="573607" y="6494635"/>
                  <a:pt x="372123" y="6294687"/>
                  <a:pt x="224498" y="6040572"/>
                </a:cubicBezTo>
                <a:cubicBezTo>
                  <a:pt x="80865" y="5782294"/>
                  <a:pt x="9049" y="5488604"/>
                  <a:pt x="9049" y="5159502"/>
                </a:cubicBezTo>
                <a:cubicBezTo>
                  <a:pt x="9049" y="4830401"/>
                  <a:pt x="80865" y="4538807"/>
                  <a:pt x="224498" y="4284692"/>
                </a:cubicBezTo>
                <a:cubicBezTo>
                  <a:pt x="372123" y="4026414"/>
                  <a:pt x="573607" y="3824369"/>
                  <a:pt x="828957" y="3678558"/>
                </a:cubicBezTo>
                <a:cubicBezTo>
                  <a:pt x="1088296" y="3532775"/>
                  <a:pt x="1381548" y="3459856"/>
                  <a:pt x="1708713" y="3459856"/>
                </a:cubicBezTo>
                <a:close/>
                <a:moveTo>
                  <a:pt x="3453272" y="3457153"/>
                </a:moveTo>
                <a:lnTo>
                  <a:pt x="5155643" y="3457153"/>
                </a:lnTo>
                <a:cubicBezTo>
                  <a:pt x="5478130" y="3457153"/>
                  <a:pt x="5639387" y="3457153"/>
                  <a:pt x="5773314" y="3484484"/>
                </a:cubicBezTo>
                <a:cubicBezTo>
                  <a:pt x="6305846" y="3592953"/>
                  <a:pt x="6722213" y="4009315"/>
                  <a:pt x="6830683" y="4541840"/>
                </a:cubicBezTo>
                <a:cubicBezTo>
                  <a:pt x="6854599" y="4659024"/>
                  <a:pt x="6857588" y="4797132"/>
                  <a:pt x="6857962" y="5045867"/>
                </a:cubicBezTo>
                <a:lnTo>
                  <a:pt x="6858000" y="5127440"/>
                </a:lnTo>
                <a:lnTo>
                  <a:pt x="6858000" y="6858000"/>
                </a:lnTo>
                <a:lnTo>
                  <a:pt x="3453272" y="6858000"/>
                </a:lnTo>
                <a:close/>
                <a:moveTo>
                  <a:pt x="6442695" y="0"/>
                </a:moveTo>
                <a:cubicBezTo>
                  <a:pt x="6618970" y="0"/>
                  <a:pt x="6770221" y="107180"/>
                  <a:pt x="6834829" y="259930"/>
                </a:cubicBezTo>
                <a:lnTo>
                  <a:pt x="6858000" y="334574"/>
                </a:lnTo>
                <a:lnTo>
                  <a:pt x="6858000" y="3070133"/>
                </a:lnTo>
                <a:lnTo>
                  <a:pt x="6834829" y="3144774"/>
                </a:lnTo>
                <a:cubicBezTo>
                  <a:pt x="6770221" y="3297517"/>
                  <a:pt x="6618970" y="3404698"/>
                  <a:pt x="6442695" y="3404698"/>
                </a:cubicBezTo>
                <a:cubicBezTo>
                  <a:pt x="6207636" y="3404698"/>
                  <a:pt x="6017089" y="3214154"/>
                  <a:pt x="6017089" y="2979125"/>
                </a:cubicBezTo>
                <a:lnTo>
                  <a:pt x="6017089" y="425587"/>
                </a:lnTo>
                <a:cubicBezTo>
                  <a:pt x="6017089" y="190543"/>
                  <a:pt x="6207636" y="0"/>
                  <a:pt x="6442695" y="0"/>
                </a:cubicBezTo>
                <a:close/>
                <a:moveTo>
                  <a:pt x="3455975" y="0"/>
                </a:moveTo>
                <a:lnTo>
                  <a:pt x="5741184" y="0"/>
                </a:lnTo>
                <a:lnTo>
                  <a:pt x="5741184" y="3404698"/>
                </a:lnTo>
                <a:cubicBezTo>
                  <a:pt x="4871823" y="3404698"/>
                  <a:pt x="4437143" y="3404698"/>
                  <a:pt x="4115924" y="3212692"/>
                </a:cubicBezTo>
                <a:cubicBezTo>
                  <a:pt x="3923695" y="3097770"/>
                  <a:pt x="3762907" y="2937012"/>
                  <a:pt x="3647983" y="2744760"/>
                </a:cubicBezTo>
                <a:cubicBezTo>
                  <a:pt x="3455975" y="2423551"/>
                  <a:pt x="3455975" y="1988882"/>
                  <a:pt x="3455975" y="1119542"/>
                </a:cubicBezTo>
                <a:close/>
                <a:moveTo>
                  <a:pt x="1698448" y="0"/>
                </a:moveTo>
                <a:cubicBezTo>
                  <a:pt x="2020916" y="0"/>
                  <a:pt x="2182148" y="0"/>
                  <a:pt x="2316116" y="27304"/>
                </a:cubicBezTo>
                <a:cubicBezTo>
                  <a:pt x="2848730" y="135857"/>
                  <a:pt x="3264960" y="552093"/>
                  <a:pt x="3373513" y="1084695"/>
                </a:cubicBezTo>
                <a:cubicBezTo>
                  <a:pt x="3400817" y="1218659"/>
                  <a:pt x="3400817" y="1379889"/>
                  <a:pt x="3400817" y="1702352"/>
                </a:cubicBezTo>
                <a:lnTo>
                  <a:pt x="3400817" y="3404699"/>
                </a:lnTo>
                <a:lnTo>
                  <a:pt x="1698448" y="3404699"/>
                </a:lnTo>
                <a:cubicBezTo>
                  <a:pt x="1375983" y="3404699"/>
                  <a:pt x="1214748" y="3404699"/>
                  <a:pt x="1080783" y="3377395"/>
                </a:cubicBezTo>
                <a:cubicBezTo>
                  <a:pt x="548174" y="3268844"/>
                  <a:pt x="131932" y="2852620"/>
                  <a:pt x="23378" y="2320011"/>
                </a:cubicBezTo>
                <a:cubicBezTo>
                  <a:pt x="13139" y="2269774"/>
                  <a:pt x="6740" y="2215703"/>
                  <a:pt x="2740" y="2150733"/>
                </a:cubicBezTo>
                <a:lnTo>
                  <a:pt x="0" y="2092728"/>
                </a:lnTo>
                <a:lnTo>
                  <a:pt x="0" y="1311978"/>
                </a:lnTo>
                <a:lnTo>
                  <a:pt x="2740" y="1253972"/>
                </a:lnTo>
                <a:cubicBezTo>
                  <a:pt x="6740" y="1189002"/>
                  <a:pt x="13139" y="1134932"/>
                  <a:pt x="23378" y="1084695"/>
                </a:cubicBezTo>
                <a:cubicBezTo>
                  <a:pt x="131932" y="552093"/>
                  <a:pt x="548174" y="135857"/>
                  <a:pt x="1080783" y="27304"/>
                </a:cubicBezTo>
                <a:cubicBezTo>
                  <a:pt x="1214748" y="0"/>
                  <a:pt x="1375980" y="0"/>
                  <a:pt x="1698448" y="0"/>
                </a:cubicBezTo>
                <a:close/>
              </a:path>
            </a:pathLst>
          </a:custGeom>
          <a:noFill/>
          <a:ln>
            <a:noFill/>
          </a:ln>
        </p:spPr>
      </p:pic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Финальный с QR + подпись">
  <p:cSld name="Финальный с QR + подпись">
    <p:bg>
      <p:bgPr>
        <a:solidFill>
          <a:schemeClr val="accent1"/>
        </a:solidFill>
      </p:bgPr>
    </p:bg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3" name="Google Shape;133;p1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023251" y="692149"/>
            <a:ext cx="6168749" cy="6168749"/>
          </a:xfrm>
          <a:prstGeom prst="rect">
            <a:avLst/>
          </a:prstGeom>
          <a:noFill/>
          <a:ln>
            <a:noFill/>
          </a:ln>
        </p:spPr>
      </p:pic>
      <p:sp>
        <p:nvSpPr>
          <p:cNvPr id="134" name="Google Shape;134;p19"/>
          <p:cNvSpPr txBox="1"/>
          <p:nvPr>
            <p:ph type="title"/>
          </p:nvPr>
        </p:nvSpPr>
        <p:spPr>
          <a:xfrm>
            <a:off x="620713" y="2483712"/>
            <a:ext cx="5475287" cy="1477328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6000"/>
              <a:buFont typeface="Play"/>
              <a:buNone/>
              <a:defRPr sz="6000">
                <a:solidFill>
                  <a:schemeClr val="lt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5" name="Google Shape;135;p19"/>
          <p:cNvSpPr/>
          <p:nvPr>
            <p:ph idx="2" type="pic"/>
          </p:nvPr>
        </p:nvSpPr>
        <p:spPr>
          <a:xfrm>
            <a:off x="658813" y="692150"/>
            <a:ext cx="1081088" cy="1081088"/>
          </a:xfrm>
          <a:prstGeom prst="rect">
            <a:avLst/>
          </a:prstGeom>
          <a:noFill/>
          <a:ln>
            <a:noFill/>
          </a:ln>
        </p:spPr>
      </p:sp>
      <p:sp>
        <p:nvSpPr>
          <p:cNvPr id="136" name="Google Shape;136;p19"/>
          <p:cNvSpPr txBox="1"/>
          <p:nvPr>
            <p:ph idx="1" type="body"/>
          </p:nvPr>
        </p:nvSpPr>
        <p:spPr>
          <a:xfrm>
            <a:off x="658813" y="4161565"/>
            <a:ext cx="5437187" cy="355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lt2"/>
              </a:buClr>
              <a:buSzPts val="1600"/>
              <a:buNone/>
              <a:defRPr b="0" i="0">
                <a:solidFill>
                  <a:schemeClr val="lt2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id="137" name="Google Shape;137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58813" y="5711140"/>
            <a:ext cx="2772297" cy="48963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Финальный с QR + подпись">
  <p:cSld name="3_Финальный с QR + подпись">
    <p:bg>
      <p:bgPr>
        <a:solidFill>
          <a:schemeClr val="accent1"/>
        </a:solidFill>
      </p:bgPr>
    </p:bg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620713" y="2483712"/>
            <a:ext cx="5475287" cy="1477328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6000"/>
              <a:buFont typeface="Play"/>
              <a:buNone/>
              <a:defRPr sz="6000">
                <a:solidFill>
                  <a:schemeClr val="lt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0" name="Google Shape;140;p20"/>
          <p:cNvSpPr/>
          <p:nvPr>
            <p:ph idx="2" type="pic"/>
          </p:nvPr>
        </p:nvSpPr>
        <p:spPr>
          <a:xfrm>
            <a:off x="658813" y="692150"/>
            <a:ext cx="1081088" cy="1081088"/>
          </a:xfrm>
          <a:prstGeom prst="rect">
            <a:avLst/>
          </a:prstGeom>
          <a:noFill/>
          <a:ln>
            <a:noFill/>
          </a:ln>
        </p:spPr>
      </p:sp>
      <p:sp>
        <p:nvSpPr>
          <p:cNvPr id="141" name="Google Shape;141;p20"/>
          <p:cNvSpPr txBox="1"/>
          <p:nvPr>
            <p:ph idx="1" type="body"/>
          </p:nvPr>
        </p:nvSpPr>
        <p:spPr>
          <a:xfrm>
            <a:off x="658813" y="4161565"/>
            <a:ext cx="5437187" cy="355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lt2"/>
              </a:buClr>
              <a:buSzPts val="1600"/>
              <a:buNone/>
              <a:defRPr b="0" i="0">
                <a:solidFill>
                  <a:schemeClr val="lt2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id="142" name="Google Shape;142;p2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58813" y="5711140"/>
            <a:ext cx="2772297" cy="48963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94220" y="0"/>
            <a:ext cx="3397780" cy="6858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Финальный с QR + подпись">
  <p:cSld name="2_Финальный с QR + подпись">
    <p:bg>
      <p:bgPr>
        <a:solidFill>
          <a:schemeClr val="lt1"/>
        </a:solidFill>
      </p:bgPr>
    </p:bg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620713" y="2483712"/>
            <a:ext cx="5475287" cy="1477328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Play"/>
              <a:buNone/>
              <a:defRPr sz="60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6" name="Google Shape;146;p21"/>
          <p:cNvSpPr/>
          <p:nvPr>
            <p:ph idx="2" type="pic"/>
          </p:nvPr>
        </p:nvSpPr>
        <p:spPr>
          <a:xfrm>
            <a:off x="658813" y="692150"/>
            <a:ext cx="1081088" cy="1081088"/>
          </a:xfrm>
          <a:prstGeom prst="rect">
            <a:avLst/>
          </a:prstGeom>
          <a:noFill/>
          <a:ln>
            <a:noFill/>
          </a:ln>
        </p:spPr>
      </p:sp>
      <p:sp>
        <p:nvSpPr>
          <p:cNvPr id="147" name="Google Shape;147;p21"/>
          <p:cNvSpPr txBox="1"/>
          <p:nvPr>
            <p:ph idx="1" type="body"/>
          </p:nvPr>
        </p:nvSpPr>
        <p:spPr>
          <a:xfrm>
            <a:off x="658813" y="4161565"/>
            <a:ext cx="5437187" cy="355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0" i="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id="148" name="Google Shape;148;p2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58813" y="5711140"/>
            <a:ext cx="2772300" cy="48963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9" name="Google Shape;149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33157" y="699157"/>
            <a:ext cx="6166658" cy="616665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Финальный с QR + подпись">
  <p:cSld name="4_Финальный с QR + подпись">
    <p:bg>
      <p:bgPr>
        <a:solidFill>
          <a:schemeClr val="lt1"/>
        </a:solidFill>
      </p:bgPr>
    </p:bg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620713" y="2483712"/>
            <a:ext cx="5475287" cy="1477328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Play"/>
              <a:buNone/>
              <a:defRPr sz="60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2" name="Google Shape;152;p22"/>
          <p:cNvSpPr/>
          <p:nvPr>
            <p:ph idx="2" type="pic"/>
          </p:nvPr>
        </p:nvSpPr>
        <p:spPr>
          <a:xfrm>
            <a:off x="658813" y="692150"/>
            <a:ext cx="1081088" cy="1081088"/>
          </a:xfrm>
          <a:prstGeom prst="rect">
            <a:avLst/>
          </a:prstGeom>
          <a:noFill/>
          <a:ln>
            <a:noFill/>
          </a:ln>
        </p:spPr>
      </p:sp>
      <p:sp>
        <p:nvSpPr>
          <p:cNvPr id="153" name="Google Shape;153;p22"/>
          <p:cNvSpPr txBox="1"/>
          <p:nvPr>
            <p:ph idx="1" type="body"/>
          </p:nvPr>
        </p:nvSpPr>
        <p:spPr>
          <a:xfrm>
            <a:off x="658813" y="4161565"/>
            <a:ext cx="5437187" cy="355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0" i="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id="154" name="Google Shape;154;p2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58813" y="5711140"/>
            <a:ext cx="2772300" cy="48963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5" name="Google Shape;15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94220" y="0"/>
            <a:ext cx="3397780" cy="6858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Титульный слайд раздела">
  <p:cSld name="1_Титульный слайд раздела">
    <p:bg>
      <p:bgPr>
        <a:solidFill>
          <a:schemeClr val="dk2"/>
        </a:solidFill>
      </p:bgPr>
    </p:bg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03172" y="692150"/>
            <a:ext cx="4621372" cy="118186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800"/>
              <a:buFont typeface="Play"/>
              <a:buNone/>
              <a:defRPr sz="4800">
                <a:solidFill>
                  <a:schemeClr val="lt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158" name="Google Shape;158;p2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033225" y="699157"/>
            <a:ext cx="6166658" cy="616665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Титульный слайд раздела">
  <p:cSld name="3_Титульный слайд раздела">
    <p:bg>
      <p:bgPr>
        <a:solidFill>
          <a:schemeClr val="dk2"/>
        </a:solidFill>
      </p:bgPr>
    </p:bg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24"/>
          <p:cNvSpPr txBox="1"/>
          <p:nvPr>
            <p:ph type="title"/>
          </p:nvPr>
        </p:nvSpPr>
        <p:spPr>
          <a:xfrm>
            <a:off x="603172" y="692150"/>
            <a:ext cx="4621372" cy="118186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800"/>
              <a:buFont typeface="Play"/>
              <a:buNone/>
              <a:defRPr sz="4800">
                <a:solidFill>
                  <a:schemeClr val="lt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161" name="Google Shape;161;p2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807980" y="0"/>
            <a:ext cx="3394294" cy="6858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Заголовок + объект">
  <p:cSld name="Заголовок + объект">
    <p:bg>
      <p:bgPr>
        <a:solidFill>
          <a:schemeClr val="lt2"/>
        </a:solidFill>
      </p:bgPr>
    </p:bg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25"/>
          <p:cNvSpPr txBox="1"/>
          <p:nvPr>
            <p:ph idx="1" type="body"/>
          </p:nvPr>
        </p:nvSpPr>
        <p:spPr>
          <a:xfrm>
            <a:off x="658813" y="1773238"/>
            <a:ext cx="10874375" cy="444794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0" i="0" sz="1600">
                <a:latin typeface="Play"/>
                <a:ea typeface="Play"/>
                <a:cs typeface="Play"/>
                <a:sym typeface="Play"/>
              </a:defRPr>
            </a:lvl1pPr>
            <a:lvl2pPr indent="-3429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64" name="Google Shape;164;p25"/>
          <p:cNvSpPr txBox="1"/>
          <p:nvPr>
            <p:ph type="title"/>
          </p:nvPr>
        </p:nvSpPr>
        <p:spPr>
          <a:xfrm>
            <a:off x="677334" y="692150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  <a:defRPr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Заголовок + 2 объекта">
  <p:cSld name="Заголовок + 2 объекта">
    <p:bg>
      <p:bgPr>
        <a:solidFill>
          <a:schemeClr val="lt2"/>
        </a:solidFill>
      </p:bgPr>
    </p:bg>
    <p:spTree>
      <p:nvGrpSpPr>
        <p:cNvPr id="165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26"/>
          <p:cNvSpPr txBox="1"/>
          <p:nvPr>
            <p:ph idx="1" type="body"/>
          </p:nvPr>
        </p:nvSpPr>
        <p:spPr>
          <a:xfrm>
            <a:off x="677334" y="1773238"/>
            <a:ext cx="5317065" cy="442753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0" i="0">
                <a:latin typeface="Play"/>
                <a:ea typeface="Play"/>
                <a:cs typeface="Play"/>
                <a:sym typeface="Play"/>
              </a:defRPr>
            </a:lvl1pPr>
            <a:lvl2pPr indent="-3429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67" name="Google Shape;167;p26"/>
          <p:cNvSpPr txBox="1"/>
          <p:nvPr>
            <p:ph idx="2" type="body"/>
          </p:nvPr>
        </p:nvSpPr>
        <p:spPr>
          <a:xfrm>
            <a:off x="6197604" y="1773238"/>
            <a:ext cx="5317062" cy="442753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0" i="0">
                <a:latin typeface="Play"/>
                <a:ea typeface="Play"/>
                <a:cs typeface="Play"/>
                <a:sym typeface="Play"/>
              </a:defRPr>
            </a:lvl1pPr>
            <a:lvl2pPr indent="-3429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68" name="Google Shape;168;p26"/>
          <p:cNvSpPr txBox="1"/>
          <p:nvPr>
            <p:ph type="title"/>
          </p:nvPr>
        </p:nvSpPr>
        <p:spPr>
          <a:xfrm>
            <a:off x="677334" y="692150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  <a:defRPr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 фото">
  <p:cSld name="1 фото">
    <p:bg>
      <p:bgPr>
        <a:solidFill>
          <a:schemeClr val="lt2"/>
        </a:solidFill>
      </p:bgPr>
    </p:bg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7"/>
          <p:cNvSpPr/>
          <p:nvPr>
            <p:ph idx="2" type="pic"/>
          </p:nvPr>
        </p:nvSpPr>
        <p:spPr>
          <a:xfrm>
            <a:off x="6096000" y="0"/>
            <a:ext cx="60960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</p:sp>
      <p:sp>
        <p:nvSpPr>
          <p:cNvPr id="171" name="Google Shape;171;p27"/>
          <p:cNvSpPr txBox="1"/>
          <p:nvPr>
            <p:ph type="title"/>
          </p:nvPr>
        </p:nvSpPr>
        <p:spPr>
          <a:xfrm>
            <a:off x="677334" y="692150"/>
            <a:ext cx="4663017" cy="10810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  <a:defRPr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2" name="Google Shape;172;p27"/>
          <p:cNvSpPr txBox="1"/>
          <p:nvPr>
            <p:ph idx="1" type="body"/>
          </p:nvPr>
        </p:nvSpPr>
        <p:spPr>
          <a:xfrm>
            <a:off x="671514" y="2018599"/>
            <a:ext cx="4649786" cy="418217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0" i="0">
                <a:latin typeface="Play"/>
                <a:ea typeface="Play"/>
                <a:cs typeface="Play"/>
                <a:sym typeface="Play"/>
              </a:defRPr>
            </a:lvl1pPr>
            <a:lvl2pPr indent="-3175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400"/>
              <a:buChar char="•"/>
              <a:defRPr b="0" i="0">
                <a:latin typeface="Play"/>
                <a:ea typeface="Play"/>
                <a:cs typeface="Play"/>
                <a:sym typeface="Play"/>
              </a:defRPr>
            </a:lvl2pPr>
            <a:lvl3pPr indent="-3048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Char char="−"/>
              <a:defRPr b="0" i="0">
                <a:latin typeface="Play"/>
                <a:ea typeface="Play"/>
                <a:cs typeface="Play"/>
                <a:sym typeface="Play"/>
              </a:defRPr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1 фото">
  <p:cSld name="1_1 фото">
    <p:bg>
      <p:bgPr>
        <a:solidFill>
          <a:schemeClr val="lt2"/>
        </a:solidFill>
      </p:bgPr>
    </p:bg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28"/>
          <p:cNvSpPr/>
          <p:nvPr>
            <p:ph idx="2" type="pic"/>
          </p:nvPr>
        </p:nvSpPr>
        <p:spPr>
          <a:xfrm>
            <a:off x="0" y="0"/>
            <a:ext cx="60960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</p:sp>
      <p:sp>
        <p:nvSpPr>
          <p:cNvPr id="175" name="Google Shape;175;p28"/>
          <p:cNvSpPr txBox="1"/>
          <p:nvPr>
            <p:ph type="title"/>
          </p:nvPr>
        </p:nvSpPr>
        <p:spPr>
          <a:xfrm>
            <a:off x="6870171" y="692150"/>
            <a:ext cx="4663017" cy="10810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  <a:defRPr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6" name="Google Shape;176;p28"/>
          <p:cNvSpPr txBox="1"/>
          <p:nvPr>
            <p:ph idx="1" type="body"/>
          </p:nvPr>
        </p:nvSpPr>
        <p:spPr>
          <a:xfrm>
            <a:off x="6864351" y="2018599"/>
            <a:ext cx="4649786" cy="418217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0" i="0">
                <a:latin typeface="Play"/>
                <a:ea typeface="Play"/>
                <a:cs typeface="Play"/>
                <a:sym typeface="Play"/>
              </a:defRPr>
            </a:lvl1pPr>
            <a:lvl2pPr indent="-3175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400"/>
              <a:buChar char="•"/>
              <a:defRPr b="0" i="0">
                <a:latin typeface="Play"/>
                <a:ea typeface="Play"/>
                <a:cs typeface="Play"/>
                <a:sym typeface="Play"/>
              </a:defRPr>
            </a:lvl2pPr>
            <a:lvl3pPr indent="-3048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Char char="−"/>
              <a:defRPr b="0" i="0">
                <a:latin typeface="Play"/>
                <a:ea typeface="Play"/>
                <a:cs typeface="Play"/>
                <a:sym typeface="Play"/>
              </a:defRPr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 фото + подпись">
  <p:cSld name="1 фото + подпись">
    <p:bg>
      <p:bgPr>
        <a:solidFill>
          <a:schemeClr val="lt2"/>
        </a:solidFill>
      </p:bgPr>
    </p:bg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29"/>
          <p:cNvSpPr/>
          <p:nvPr>
            <p:ph idx="2" type="pic"/>
          </p:nvPr>
        </p:nvSpPr>
        <p:spPr>
          <a:xfrm>
            <a:off x="6096000" y="692151"/>
            <a:ext cx="5437188" cy="418217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</p:sp>
      <p:sp>
        <p:nvSpPr>
          <p:cNvPr id="179" name="Google Shape;179;p29"/>
          <p:cNvSpPr txBox="1"/>
          <p:nvPr>
            <p:ph idx="1" type="body"/>
          </p:nvPr>
        </p:nvSpPr>
        <p:spPr>
          <a:xfrm>
            <a:off x="6096000" y="5147214"/>
            <a:ext cx="5449888" cy="35281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latin typeface="Play"/>
                <a:ea typeface="Play"/>
                <a:cs typeface="Play"/>
                <a:sym typeface="Play"/>
              </a:defRPr>
            </a:lvl1pPr>
            <a:lvl2pPr indent="-3429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80" name="Google Shape;180;p29"/>
          <p:cNvSpPr txBox="1"/>
          <p:nvPr>
            <p:ph idx="3" type="body"/>
          </p:nvPr>
        </p:nvSpPr>
        <p:spPr>
          <a:xfrm>
            <a:off x="6096000" y="5553075"/>
            <a:ext cx="5449888" cy="68421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0" i="0">
                <a:latin typeface="Play"/>
                <a:ea typeface="Play"/>
                <a:cs typeface="Play"/>
                <a:sym typeface="Play"/>
              </a:defRPr>
            </a:lvl1pPr>
            <a:lvl2pPr indent="-3429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81" name="Google Shape;181;p29"/>
          <p:cNvSpPr txBox="1"/>
          <p:nvPr>
            <p:ph type="title"/>
          </p:nvPr>
        </p:nvSpPr>
        <p:spPr>
          <a:xfrm>
            <a:off x="677334" y="692150"/>
            <a:ext cx="4663017" cy="10810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  <a:defRPr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2" name="Google Shape;182;p29"/>
          <p:cNvSpPr txBox="1"/>
          <p:nvPr>
            <p:ph idx="4" type="body"/>
          </p:nvPr>
        </p:nvSpPr>
        <p:spPr>
          <a:xfrm>
            <a:off x="671514" y="2018599"/>
            <a:ext cx="4649786" cy="418217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0" i="0">
                <a:latin typeface="Play"/>
                <a:ea typeface="Play"/>
                <a:cs typeface="Play"/>
                <a:sym typeface="Play"/>
              </a:defRPr>
            </a:lvl1pPr>
            <a:lvl2pPr indent="-3175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400"/>
              <a:buChar char="•"/>
              <a:defRPr b="0" i="0">
                <a:latin typeface="Play"/>
                <a:ea typeface="Play"/>
                <a:cs typeface="Play"/>
                <a:sym typeface="Play"/>
              </a:defRPr>
            </a:lvl2pPr>
            <a:lvl3pPr indent="-3048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Char char="−"/>
              <a:defRPr b="0" i="0">
                <a:latin typeface="Play"/>
                <a:ea typeface="Play"/>
                <a:cs typeface="Play"/>
                <a:sym typeface="Play"/>
              </a:defRPr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Титульный слайд раздела">
  <p:cSld name="1_Титульный слайд раздела">
    <p:bg>
      <p:bgPr>
        <a:solidFill>
          <a:schemeClr val="dk2"/>
        </a:solidFill>
      </p:bgPr>
    </p:bg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31"/>
          <p:cNvSpPr txBox="1"/>
          <p:nvPr>
            <p:ph type="title"/>
          </p:nvPr>
        </p:nvSpPr>
        <p:spPr>
          <a:xfrm>
            <a:off x="603172" y="692150"/>
            <a:ext cx="4621372" cy="118186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800"/>
              <a:buFont typeface="Play"/>
              <a:buNone/>
              <a:defRPr sz="4800">
                <a:solidFill>
                  <a:schemeClr val="lt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228" name="Google Shape;228;p3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033225" y="699157"/>
            <a:ext cx="6166658" cy="616665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Титульный слайд раздела">
  <p:cSld name="3_Титульный слайд раздела">
    <p:bg>
      <p:bgPr>
        <a:solidFill>
          <a:schemeClr val="dk2"/>
        </a:solidFill>
      </p:bgPr>
    </p:bg>
    <p:spTree>
      <p:nvGrpSpPr>
        <p:cNvPr id="229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p32"/>
          <p:cNvSpPr txBox="1"/>
          <p:nvPr>
            <p:ph type="title"/>
          </p:nvPr>
        </p:nvSpPr>
        <p:spPr>
          <a:xfrm>
            <a:off x="603172" y="692150"/>
            <a:ext cx="4621372" cy="118186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800"/>
              <a:buFont typeface="Play"/>
              <a:buNone/>
              <a:defRPr sz="4800">
                <a:solidFill>
                  <a:schemeClr val="lt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231" name="Google Shape;231;p3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807980" y="0"/>
            <a:ext cx="3394294" cy="6858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8" Type="http://schemas.openxmlformats.org/officeDocument/2006/relationships/slideLayout" Target="../slideLayouts/slideLayout28.xml"/><Relationship Id="rId29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9.xml"/><Relationship Id="rId2" Type="http://schemas.openxmlformats.org/officeDocument/2006/relationships/slideLayout" Target="../slideLayouts/slideLayout30.xml"/><Relationship Id="rId3" Type="http://schemas.openxmlformats.org/officeDocument/2006/relationships/theme" Target="../theme/theme3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2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677334" y="692150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Play"/>
              <a:buNone/>
              <a:defRPr b="0" i="0" sz="3600" u="none" cap="none" strike="noStrike">
                <a:solidFill>
                  <a:schemeClr val="dk2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658813" y="1773238"/>
            <a:ext cx="10855852" cy="446404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marR="0" rtl="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17500" lvl="1" marL="914400" marR="0" rtl="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2pPr>
            <a:lvl3pPr indent="-304800" lvl="2" marL="1371600" marR="0" rtl="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−"/>
              <a:defRPr b="0" i="0" sz="12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grpSp>
        <p:nvGrpSpPr>
          <p:cNvPr id="12" name="Google Shape;12;p1"/>
          <p:cNvGrpSpPr/>
          <p:nvPr/>
        </p:nvGrpSpPr>
        <p:grpSpPr>
          <a:xfrm>
            <a:off x="0" y="-114752"/>
            <a:ext cx="12188148" cy="64309"/>
            <a:chOff x="0" y="1773238"/>
            <a:chExt cx="12188148" cy="735184"/>
          </a:xfrm>
        </p:grpSpPr>
        <p:cxnSp>
          <p:nvCxnSpPr>
            <p:cNvPr id="13" name="Google Shape;13;p1"/>
            <p:cNvCxnSpPr/>
            <p:nvPr/>
          </p:nvCxnSpPr>
          <p:spPr>
            <a:xfrm>
              <a:off x="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4" name="Google Shape;14;p1"/>
            <p:cNvCxnSpPr/>
            <p:nvPr/>
          </p:nvCxnSpPr>
          <p:spPr>
            <a:xfrm>
              <a:off x="67711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5" name="Google Shape;15;p1"/>
            <p:cNvCxnSpPr/>
            <p:nvPr/>
          </p:nvCxnSpPr>
          <p:spPr>
            <a:xfrm>
              <a:off x="135423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6" name="Google Shape;16;p1"/>
            <p:cNvCxnSpPr/>
            <p:nvPr/>
          </p:nvCxnSpPr>
          <p:spPr>
            <a:xfrm>
              <a:off x="203135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7" name="Google Shape;17;p1"/>
            <p:cNvCxnSpPr/>
            <p:nvPr/>
          </p:nvCxnSpPr>
          <p:spPr>
            <a:xfrm>
              <a:off x="270847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" name="Google Shape;18;p1"/>
            <p:cNvCxnSpPr/>
            <p:nvPr/>
          </p:nvCxnSpPr>
          <p:spPr>
            <a:xfrm>
              <a:off x="338559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" name="Google Shape;19;p1"/>
            <p:cNvCxnSpPr/>
            <p:nvPr/>
          </p:nvCxnSpPr>
          <p:spPr>
            <a:xfrm>
              <a:off x="406271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0" name="Google Shape;20;p1"/>
            <p:cNvCxnSpPr/>
            <p:nvPr/>
          </p:nvCxnSpPr>
          <p:spPr>
            <a:xfrm>
              <a:off x="473983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" name="Google Shape;21;p1"/>
            <p:cNvCxnSpPr/>
            <p:nvPr/>
          </p:nvCxnSpPr>
          <p:spPr>
            <a:xfrm>
              <a:off x="5416952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" name="Google Shape;22;p1"/>
            <p:cNvCxnSpPr/>
            <p:nvPr/>
          </p:nvCxnSpPr>
          <p:spPr>
            <a:xfrm>
              <a:off x="6094071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3" name="Google Shape;23;p1"/>
            <p:cNvCxnSpPr/>
            <p:nvPr/>
          </p:nvCxnSpPr>
          <p:spPr>
            <a:xfrm>
              <a:off x="677119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4" name="Google Shape;24;p1"/>
            <p:cNvCxnSpPr/>
            <p:nvPr/>
          </p:nvCxnSpPr>
          <p:spPr>
            <a:xfrm>
              <a:off x="744830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5" name="Google Shape;25;p1"/>
            <p:cNvCxnSpPr/>
            <p:nvPr/>
          </p:nvCxnSpPr>
          <p:spPr>
            <a:xfrm>
              <a:off x="812542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6" name="Google Shape;26;p1"/>
            <p:cNvCxnSpPr/>
            <p:nvPr/>
          </p:nvCxnSpPr>
          <p:spPr>
            <a:xfrm>
              <a:off x="880254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7" name="Google Shape;27;p1"/>
            <p:cNvCxnSpPr/>
            <p:nvPr/>
          </p:nvCxnSpPr>
          <p:spPr>
            <a:xfrm>
              <a:off x="947966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8" name="Google Shape;28;p1"/>
            <p:cNvCxnSpPr/>
            <p:nvPr/>
          </p:nvCxnSpPr>
          <p:spPr>
            <a:xfrm>
              <a:off x="1015678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9" name="Google Shape;29;p1"/>
            <p:cNvCxnSpPr/>
            <p:nvPr/>
          </p:nvCxnSpPr>
          <p:spPr>
            <a:xfrm>
              <a:off x="1083390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0" name="Google Shape;30;p1"/>
            <p:cNvCxnSpPr/>
            <p:nvPr/>
          </p:nvCxnSpPr>
          <p:spPr>
            <a:xfrm>
              <a:off x="1151102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1" name="Google Shape;31;p1"/>
            <p:cNvCxnSpPr/>
            <p:nvPr/>
          </p:nvCxnSpPr>
          <p:spPr>
            <a:xfrm>
              <a:off x="1218814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  <p:grpSp>
        <p:nvGrpSpPr>
          <p:cNvPr id="32" name="Google Shape;32;p1"/>
          <p:cNvGrpSpPr/>
          <p:nvPr/>
        </p:nvGrpSpPr>
        <p:grpSpPr>
          <a:xfrm>
            <a:off x="-3" y="6987088"/>
            <a:ext cx="12188148" cy="64309"/>
            <a:chOff x="0" y="1773238"/>
            <a:chExt cx="12188148" cy="735184"/>
          </a:xfrm>
        </p:grpSpPr>
        <p:cxnSp>
          <p:nvCxnSpPr>
            <p:cNvPr id="33" name="Google Shape;33;p1"/>
            <p:cNvCxnSpPr/>
            <p:nvPr/>
          </p:nvCxnSpPr>
          <p:spPr>
            <a:xfrm>
              <a:off x="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4" name="Google Shape;34;p1"/>
            <p:cNvCxnSpPr/>
            <p:nvPr/>
          </p:nvCxnSpPr>
          <p:spPr>
            <a:xfrm>
              <a:off x="67711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5" name="Google Shape;35;p1"/>
            <p:cNvCxnSpPr/>
            <p:nvPr/>
          </p:nvCxnSpPr>
          <p:spPr>
            <a:xfrm>
              <a:off x="135423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6" name="Google Shape;36;p1"/>
            <p:cNvCxnSpPr/>
            <p:nvPr/>
          </p:nvCxnSpPr>
          <p:spPr>
            <a:xfrm>
              <a:off x="203135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7" name="Google Shape;37;p1"/>
            <p:cNvCxnSpPr/>
            <p:nvPr/>
          </p:nvCxnSpPr>
          <p:spPr>
            <a:xfrm>
              <a:off x="270847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8" name="Google Shape;38;p1"/>
            <p:cNvCxnSpPr/>
            <p:nvPr/>
          </p:nvCxnSpPr>
          <p:spPr>
            <a:xfrm>
              <a:off x="338559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9" name="Google Shape;39;p1"/>
            <p:cNvCxnSpPr/>
            <p:nvPr/>
          </p:nvCxnSpPr>
          <p:spPr>
            <a:xfrm>
              <a:off x="406271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0" name="Google Shape;40;p1"/>
            <p:cNvCxnSpPr/>
            <p:nvPr/>
          </p:nvCxnSpPr>
          <p:spPr>
            <a:xfrm>
              <a:off x="473983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1" name="Google Shape;41;p1"/>
            <p:cNvCxnSpPr/>
            <p:nvPr/>
          </p:nvCxnSpPr>
          <p:spPr>
            <a:xfrm>
              <a:off x="5416952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2" name="Google Shape;42;p1"/>
            <p:cNvCxnSpPr/>
            <p:nvPr/>
          </p:nvCxnSpPr>
          <p:spPr>
            <a:xfrm>
              <a:off x="6094071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3" name="Google Shape;43;p1"/>
            <p:cNvCxnSpPr/>
            <p:nvPr/>
          </p:nvCxnSpPr>
          <p:spPr>
            <a:xfrm>
              <a:off x="677119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4" name="Google Shape;44;p1"/>
            <p:cNvCxnSpPr/>
            <p:nvPr/>
          </p:nvCxnSpPr>
          <p:spPr>
            <a:xfrm>
              <a:off x="744830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5" name="Google Shape;45;p1"/>
            <p:cNvCxnSpPr/>
            <p:nvPr/>
          </p:nvCxnSpPr>
          <p:spPr>
            <a:xfrm>
              <a:off x="812542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6" name="Google Shape;46;p1"/>
            <p:cNvCxnSpPr/>
            <p:nvPr/>
          </p:nvCxnSpPr>
          <p:spPr>
            <a:xfrm>
              <a:off x="880254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7" name="Google Shape;47;p1"/>
            <p:cNvCxnSpPr/>
            <p:nvPr/>
          </p:nvCxnSpPr>
          <p:spPr>
            <a:xfrm>
              <a:off x="947966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8" name="Google Shape;48;p1"/>
            <p:cNvCxnSpPr/>
            <p:nvPr/>
          </p:nvCxnSpPr>
          <p:spPr>
            <a:xfrm>
              <a:off x="1015678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9" name="Google Shape;49;p1"/>
            <p:cNvCxnSpPr/>
            <p:nvPr/>
          </p:nvCxnSpPr>
          <p:spPr>
            <a:xfrm>
              <a:off x="1083390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50" name="Google Shape;50;p1"/>
            <p:cNvCxnSpPr/>
            <p:nvPr/>
          </p:nvCxnSpPr>
          <p:spPr>
            <a:xfrm>
              <a:off x="1151102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51" name="Google Shape;51;p1"/>
            <p:cNvCxnSpPr/>
            <p:nvPr/>
          </p:nvCxnSpPr>
          <p:spPr>
            <a:xfrm>
              <a:off x="1218814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  <p:sldLayoutId id="2147483671" r:id="rId24"/>
    <p:sldLayoutId id="2147483672" r:id="rId25"/>
    <p:sldLayoutId id="2147483673" r:id="rId26"/>
    <p:sldLayoutId id="2147483674" r:id="rId27"/>
    <p:sldLayoutId id="2147483675" r:id="rId28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pos="415">
          <p15:clr>
            <a:srgbClr val="FDE53C"/>
          </p15:clr>
        </p15:guide>
        <p15:guide id="2" pos="7265">
          <p15:clr>
            <a:srgbClr val="FDE53C"/>
          </p15:clr>
        </p15:guide>
        <p15:guide id="3" orient="horz" pos="3906">
          <p15:clr>
            <a:srgbClr val="FDE53C"/>
          </p15:clr>
        </p15:guide>
        <p15:guide id="4" pos="3840">
          <p15:clr>
            <a:srgbClr val="FDE53C"/>
          </p15:clr>
        </p15:guide>
        <p15:guide id="5" orient="horz" pos="436">
          <p15:clr>
            <a:srgbClr val="FDE53C"/>
          </p15:clr>
        </p15:guide>
        <p15:guide id="6" orient="horz" pos="1117">
          <p15:clr>
            <a:srgbClr val="FDE53C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2"/>
        </a:solidFill>
      </p:bgPr>
    </p:bg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30"/>
          <p:cNvSpPr txBox="1"/>
          <p:nvPr>
            <p:ph type="title"/>
          </p:nvPr>
        </p:nvSpPr>
        <p:spPr>
          <a:xfrm>
            <a:off x="677334" y="692150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Font typeface="Play"/>
              <a:buNone/>
              <a:defRPr b="0" i="0" sz="3600" u="none" cap="none" strike="noStrike">
                <a:solidFill>
                  <a:schemeClr val="lt2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85" name="Google Shape;185;p30"/>
          <p:cNvSpPr txBox="1"/>
          <p:nvPr>
            <p:ph idx="1" type="body"/>
          </p:nvPr>
        </p:nvSpPr>
        <p:spPr>
          <a:xfrm>
            <a:off x="658813" y="1773238"/>
            <a:ext cx="10855852" cy="446404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marR="0" rtl="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17500" lvl="1" marL="914400" marR="0" rtl="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2pPr>
            <a:lvl3pPr indent="-304800" lvl="2" marL="1371600" marR="0" rtl="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Char char="−"/>
              <a:defRPr b="0" i="0" sz="12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grpSp>
        <p:nvGrpSpPr>
          <p:cNvPr id="186" name="Google Shape;186;p30"/>
          <p:cNvGrpSpPr/>
          <p:nvPr/>
        </p:nvGrpSpPr>
        <p:grpSpPr>
          <a:xfrm>
            <a:off x="0" y="-114752"/>
            <a:ext cx="12188148" cy="64309"/>
            <a:chOff x="0" y="1773238"/>
            <a:chExt cx="12188148" cy="735184"/>
          </a:xfrm>
        </p:grpSpPr>
        <p:cxnSp>
          <p:nvCxnSpPr>
            <p:cNvPr id="187" name="Google Shape;187;p30"/>
            <p:cNvCxnSpPr/>
            <p:nvPr/>
          </p:nvCxnSpPr>
          <p:spPr>
            <a:xfrm>
              <a:off x="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8" name="Google Shape;188;p30"/>
            <p:cNvCxnSpPr/>
            <p:nvPr/>
          </p:nvCxnSpPr>
          <p:spPr>
            <a:xfrm>
              <a:off x="67711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9" name="Google Shape;189;p30"/>
            <p:cNvCxnSpPr/>
            <p:nvPr/>
          </p:nvCxnSpPr>
          <p:spPr>
            <a:xfrm>
              <a:off x="135423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0" name="Google Shape;190;p30"/>
            <p:cNvCxnSpPr/>
            <p:nvPr/>
          </p:nvCxnSpPr>
          <p:spPr>
            <a:xfrm>
              <a:off x="203135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1" name="Google Shape;191;p30"/>
            <p:cNvCxnSpPr/>
            <p:nvPr/>
          </p:nvCxnSpPr>
          <p:spPr>
            <a:xfrm>
              <a:off x="270847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2" name="Google Shape;192;p30"/>
            <p:cNvCxnSpPr/>
            <p:nvPr/>
          </p:nvCxnSpPr>
          <p:spPr>
            <a:xfrm>
              <a:off x="338559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3" name="Google Shape;193;p30"/>
            <p:cNvCxnSpPr/>
            <p:nvPr/>
          </p:nvCxnSpPr>
          <p:spPr>
            <a:xfrm>
              <a:off x="406271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4" name="Google Shape;194;p30"/>
            <p:cNvCxnSpPr/>
            <p:nvPr/>
          </p:nvCxnSpPr>
          <p:spPr>
            <a:xfrm>
              <a:off x="473983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5" name="Google Shape;195;p30"/>
            <p:cNvCxnSpPr/>
            <p:nvPr/>
          </p:nvCxnSpPr>
          <p:spPr>
            <a:xfrm>
              <a:off x="5416952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6" name="Google Shape;196;p30"/>
            <p:cNvCxnSpPr/>
            <p:nvPr/>
          </p:nvCxnSpPr>
          <p:spPr>
            <a:xfrm>
              <a:off x="6094071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7" name="Google Shape;197;p30"/>
            <p:cNvCxnSpPr/>
            <p:nvPr/>
          </p:nvCxnSpPr>
          <p:spPr>
            <a:xfrm>
              <a:off x="677119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8" name="Google Shape;198;p30"/>
            <p:cNvCxnSpPr/>
            <p:nvPr/>
          </p:nvCxnSpPr>
          <p:spPr>
            <a:xfrm>
              <a:off x="744830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9" name="Google Shape;199;p30"/>
            <p:cNvCxnSpPr/>
            <p:nvPr/>
          </p:nvCxnSpPr>
          <p:spPr>
            <a:xfrm>
              <a:off x="812542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00" name="Google Shape;200;p30"/>
            <p:cNvCxnSpPr/>
            <p:nvPr/>
          </p:nvCxnSpPr>
          <p:spPr>
            <a:xfrm>
              <a:off x="880254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01" name="Google Shape;201;p30"/>
            <p:cNvCxnSpPr/>
            <p:nvPr/>
          </p:nvCxnSpPr>
          <p:spPr>
            <a:xfrm>
              <a:off x="947966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02" name="Google Shape;202;p30"/>
            <p:cNvCxnSpPr/>
            <p:nvPr/>
          </p:nvCxnSpPr>
          <p:spPr>
            <a:xfrm>
              <a:off x="1015678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03" name="Google Shape;203;p30"/>
            <p:cNvCxnSpPr/>
            <p:nvPr/>
          </p:nvCxnSpPr>
          <p:spPr>
            <a:xfrm>
              <a:off x="1083390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04" name="Google Shape;204;p30"/>
            <p:cNvCxnSpPr/>
            <p:nvPr/>
          </p:nvCxnSpPr>
          <p:spPr>
            <a:xfrm>
              <a:off x="1151102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05" name="Google Shape;205;p30"/>
            <p:cNvCxnSpPr/>
            <p:nvPr/>
          </p:nvCxnSpPr>
          <p:spPr>
            <a:xfrm>
              <a:off x="1218814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  <p:grpSp>
        <p:nvGrpSpPr>
          <p:cNvPr id="206" name="Google Shape;206;p30"/>
          <p:cNvGrpSpPr/>
          <p:nvPr/>
        </p:nvGrpSpPr>
        <p:grpSpPr>
          <a:xfrm>
            <a:off x="-3" y="6987088"/>
            <a:ext cx="12188148" cy="64309"/>
            <a:chOff x="0" y="1773238"/>
            <a:chExt cx="12188148" cy="735184"/>
          </a:xfrm>
        </p:grpSpPr>
        <p:cxnSp>
          <p:nvCxnSpPr>
            <p:cNvPr id="207" name="Google Shape;207;p30"/>
            <p:cNvCxnSpPr/>
            <p:nvPr/>
          </p:nvCxnSpPr>
          <p:spPr>
            <a:xfrm>
              <a:off x="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08" name="Google Shape;208;p30"/>
            <p:cNvCxnSpPr/>
            <p:nvPr/>
          </p:nvCxnSpPr>
          <p:spPr>
            <a:xfrm>
              <a:off x="67711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09" name="Google Shape;209;p30"/>
            <p:cNvCxnSpPr/>
            <p:nvPr/>
          </p:nvCxnSpPr>
          <p:spPr>
            <a:xfrm>
              <a:off x="135423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0" name="Google Shape;210;p30"/>
            <p:cNvCxnSpPr/>
            <p:nvPr/>
          </p:nvCxnSpPr>
          <p:spPr>
            <a:xfrm>
              <a:off x="203135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1" name="Google Shape;211;p30"/>
            <p:cNvCxnSpPr/>
            <p:nvPr/>
          </p:nvCxnSpPr>
          <p:spPr>
            <a:xfrm>
              <a:off x="270847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2" name="Google Shape;212;p30"/>
            <p:cNvCxnSpPr/>
            <p:nvPr/>
          </p:nvCxnSpPr>
          <p:spPr>
            <a:xfrm>
              <a:off x="338559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3" name="Google Shape;213;p30"/>
            <p:cNvCxnSpPr/>
            <p:nvPr/>
          </p:nvCxnSpPr>
          <p:spPr>
            <a:xfrm>
              <a:off x="406271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4" name="Google Shape;214;p30"/>
            <p:cNvCxnSpPr/>
            <p:nvPr/>
          </p:nvCxnSpPr>
          <p:spPr>
            <a:xfrm>
              <a:off x="473983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5" name="Google Shape;215;p30"/>
            <p:cNvCxnSpPr/>
            <p:nvPr/>
          </p:nvCxnSpPr>
          <p:spPr>
            <a:xfrm>
              <a:off x="5416952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6" name="Google Shape;216;p30"/>
            <p:cNvCxnSpPr/>
            <p:nvPr/>
          </p:nvCxnSpPr>
          <p:spPr>
            <a:xfrm>
              <a:off x="6094071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7" name="Google Shape;217;p30"/>
            <p:cNvCxnSpPr/>
            <p:nvPr/>
          </p:nvCxnSpPr>
          <p:spPr>
            <a:xfrm>
              <a:off x="677119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8" name="Google Shape;218;p30"/>
            <p:cNvCxnSpPr/>
            <p:nvPr/>
          </p:nvCxnSpPr>
          <p:spPr>
            <a:xfrm>
              <a:off x="744830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9" name="Google Shape;219;p30"/>
            <p:cNvCxnSpPr/>
            <p:nvPr/>
          </p:nvCxnSpPr>
          <p:spPr>
            <a:xfrm>
              <a:off x="812542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0" name="Google Shape;220;p30"/>
            <p:cNvCxnSpPr/>
            <p:nvPr/>
          </p:nvCxnSpPr>
          <p:spPr>
            <a:xfrm>
              <a:off x="880254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1" name="Google Shape;221;p30"/>
            <p:cNvCxnSpPr/>
            <p:nvPr/>
          </p:nvCxnSpPr>
          <p:spPr>
            <a:xfrm>
              <a:off x="947966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2" name="Google Shape;222;p30"/>
            <p:cNvCxnSpPr/>
            <p:nvPr/>
          </p:nvCxnSpPr>
          <p:spPr>
            <a:xfrm>
              <a:off x="1015678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3" name="Google Shape;223;p30"/>
            <p:cNvCxnSpPr/>
            <p:nvPr/>
          </p:nvCxnSpPr>
          <p:spPr>
            <a:xfrm>
              <a:off x="1083390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4" name="Google Shape;224;p30"/>
            <p:cNvCxnSpPr/>
            <p:nvPr/>
          </p:nvCxnSpPr>
          <p:spPr>
            <a:xfrm>
              <a:off x="1151102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5" name="Google Shape;225;p30"/>
            <p:cNvCxnSpPr/>
            <p:nvPr/>
          </p:nvCxnSpPr>
          <p:spPr>
            <a:xfrm>
              <a:off x="1218814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76" r:id="rId1"/>
    <p:sldLayoutId id="2147483677" r:id="rId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pos="415">
          <p15:clr>
            <a:srgbClr val="FDE53C"/>
          </p15:clr>
        </p15:guide>
        <p15:guide id="2" pos="7265">
          <p15:clr>
            <a:srgbClr val="FDE53C"/>
          </p15:clr>
        </p15:guide>
        <p15:guide id="3" orient="horz" pos="3906">
          <p15:clr>
            <a:srgbClr val="FDE53C"/>
          </p15:clr>
        </p15:guide>
        <p15:guide id="4" pos="3840">
          <p15:clr>
            <a:srgbClr val="FDE53C"/>
          </p15:clr>
        </p15:guide>
        <p15:guide id="5" orient="horz" pos="436">
          <p15:clr>
            <a:srgbClr val="FDE53C"/>
          </p15:clr>
        </p15:guide>
        <p15:guide id="6" orient="horz" pos="1117">
          <p15:clr>
            <a:srgbClr val="FDE53C"/>
          </p15:clr>
        </p15:guide>
      </p15:sldGuideLst>
    </p:ext>
  </p:extLst>
</p:sldMaster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hyperlink" Target="https://www.figma.com/file/sVARvsqs7Npc84xaHlniX7/%F0%9F%A7%A9-VKUI-Icons-Library?type=design&amp;node-id=94%3A6307&amp;mode=design&amp;t=5iYjSQsap5UdmwiW-1" TargetMode="External"/><Relationship Id="rId3" Type="http://schemas.openxmlformats.org/officeDocument/2006/relationships/image" Target="../media/image237.png"/><Relationship Id="rId4" Type="http://schemas.openxmlformats.org/officeDocument/2006/relationships/image" Target="../media/image229.png"/><Relationship Id="rId5" Type="http://schemas.openxmlformats.org/officeDocument/2006/relationships/image" Target="../media/image238.png"/><Relationship Id="rId6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6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63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4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65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6.xml"/></Relationships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42" name="Google Shape;242;p34"/>
          <p:cNvSpPr txBox="1"/>
          <p:nvPr>
            <p:ph idx="1" type="body"/>
          </p:nvPr>
        </p:nvSpPr>
        <p:spPr>
          <a:xfrm>
            <a:off x="658813" y="4728001"/>
            <a:ext cx="5012644" cy="55399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000"/>
              <a:buFont typeface="Arial"/>
              <a:buNone/>
            </a:pPr>
            <a:r>
              <a:rPr sz="1200"/>
              <a:t xml:space="preserve">Предлагается перевести оставшиеся витрины на потоковую архитектуру для ускорения доступности данных.</a:t>
            </a:r>
          </a:p>
        </p:txBody>
      </p:sp>
      <p:sp>
        <p:nvSpPr>
          <p:cNvPr id="243" name="Google Shape;243;p34"/>
          <p:cNvSpPr txBox="1"/>
          <p:nvPr>
            <p:ph type="title"/>
          </p:nvPr>
        </p:nvSpPr>
        <p:spPr>
          <a:xfrm>
            <a:off x="622262" y="2598003"/>
            <a:ext cx="7535420" cy="1661993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6000"/>
              <a:buFont typeface="Play"/>
              <a:buNone/>
            </a:pPr>
            <a:r>
              <a:rPr sz="3600"/>
              <a:t xml:space="preserve">Перевод оставшихся витрин на потоковую архитектуру ускорит доступность данных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28" name="Google Shape;428;p49"/>
          <p:cNvSpPr/>
          <p:nvPr/>
        </p:nvSpPr>
        <p:spPr>
          <a:xfrm>
            <a:off x="2908750" y="203548"/>
            <a:ext cx="6450904" cy="6450904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9" name="Google Shape;429;p49"/>
          <p:cNvSpPr/>
          <p:nvPr/>
        </p:nvSpPr>
        <p:spPr>
          <a:xfrm>
            <a:off x="4159250" y="1479550"/>
            <a:ext cx="3898900" cy="3898900"/>
          </a:xfrm>
          <a:prstGeom prst="ellipse">
            <a:avLst/>
          </a:prstGeom>
          <a:solidFill>
            <a:schemeClr val="lt2"/>
          </a:solidFill>
          <a:ln cap="flat" cmpd="sng" w="19050">
            <a:solidFill>
              <a:schemeClr val="accent1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0" name="Google Shape;430;p49"/>
          <p:cNvSpPr txBox="1"/>
          <p:nvPr>
            <p:ph type="title"/>
          </p:nvPr>
        </p:nvSpPr>
        <p:spPr>
          <a:xfrm>
            <a:off x="4308816" y="2622416"/>
            <a:ext cx="3574368" cy="1613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</a:pPr>
            <a:r>
              <a:rPr lang="ru-RU" sz="2000"/>
              <a:t xml:space="preserve">Обсудим текущую ситуацию, результаты пилота и предложения по масштабированию</a:t>
            </a:r>
          </a:p>
        </p:txBody>
      </p:sp>
      <p:sp>
        <p:nvSpPr>
          <p:cNvPr id="431" name="Google Shape;431;p49"/>
          <p:cNvSpPr/>
          <p:nvPr/>
        </p:nvSpPr>
        <p:spPr>
          <a:xfrm>
            <a:off x="4509864" y="2114550"/>
            <a:ext cx="172132" cy="172132"/>
          </a:xfrm>
          <a:prstGeom prst="ellipse">
            <a:avLst/>
          </a:prstGeom>
          <a:solidFill>
            <a:schemeClr val="lt2"/>
          </a:solidFill>
          <a:ln cap="flat" cmpd="sng" w="19050">
            <a:solidFill>
              <a:schemeClr val="accent1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2" name="Google Shape;432;p49"/>
          <p:cNvSpPr/>
          <p:nvPr/>
        </p:nvSpPr>
        <p:spPr>
          <a:xfrm>
            <a:off x="4509864" y="4578350"/>
            <a:ext cx="172132" cy="172132"/>
          </a:xfrm>
          <a:prstGeom prst="ellipse">
            <a:avLst/>
          </a:prstGeom>
          <a:solidFill>
            <a:schemeClr val="lt2"/>
          </a:solidFill>
          <a:ln cap="flat" cmpd="sng" w="19050">
            <a:solidFill>
              <a:schemeClr val="accent1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3" name="Google Shape;433;p49"/>
          <p:cNvSpPr/>
          <p:nvPr/>
        </p:nvSpPr>
        <p:spPr>
          <a:xfrm>
            <a:off x="7519764" y="2114550"/>
            <a:ext cx="172132" cy="172132"/>
          </a:xfrm>
          <a:prstGeom prst="ellipse">
            <a:avLst/>
          </a:prstGeom>
          <a:solidFill>
            <a:schemeClr val="lt2"/>
          </a:solidFill>
          <a:ln cap="flat" cmpd="sng" w="19050">
            <a:solidFill>
              <a:schemeClr val="accent1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4" name="Google Shape;434;p49"/>
          <p:cNvSpPr/>
          <p:nvPr/>
        </p:nvSpPr>
        <p:spPr>
          <a:xfrm>
            <a:off x="7519764" y="4578350"/>
            <a:ext cx="172132" cy="172132"/>
          </a:xfrm>
          <a:prstGeom prst="ellipse">
            <a:avLst/>
          </a:prstGeom>
          <a:solidFill>
            <a:schemeClr val="lt2"/>
          </a:solidFill>
          <a:ln cap="flat" cmpd="sng" w="19050">
            <a:solidFill>
              <a:schemeClr val="accent1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5" name="Google Shape;435;p49"/>
          <p:cNvSpPr txBox="1"/>
          <p:nvPr/>
        </p:nvSpPr>
        <p:spPr>
          <a:xfrm>
            <a:off x="8112125" y="1670771"/>
            <a:ext cx="2495059" cy="105968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b="0" i="0" lang="ru-RU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 xml:space="preserve">Результаты пилота: ключевые метрики после перехода двух витрин</a:t>
            </a:r>
          </a:p>
        </p:txBody>
      </p:sp>
      <p:sp>
        <p:nvSpPr>
          <p:cNvPr id="436" name="Google Shape;436;p49"/>
          <p:cNvSpPr txBox="1"/>
          <p:nvPr/>
        </p:nvSpPr>
        <p:spPr>
          <a:xfrm>
            <a:off x="8112125" y="4325071"/>
            <a:ext cx="2495059" cy="105968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b="0" i="0" lang="ru-RU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 xml:space="preserve">Решение руководства: что требуется от директоров направлений</a:t>
            </a:r>
          </a:p>
        </p:txBody>
      </p:sp>
      <p:sp>
        <p:nvSpPr>
          <p:cNvPr id="437" name="Google Shape;437;p49"/>
          <p:cNvSpPr txBox="1"/>
          <p:nvPr/>
        </p:nvSpPr>
        <p:spPr>
          <a:xfrm>
            <a:off x="1622916" y="1670771"/>
            <a:ext cx="2495059" cy="105968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b="0" i="0" lang="ru-RU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 xml:space="preserve">Текущее состояние: как сейчас работают ночные отчёты</a:t>
            </a:r>
          </a:p>
        </p:txBody>
      </p:sp>
      <p:sp>
        <p:nvSpPr>
          <p:cNvPr id="438" name="Google Shape;438;p49"/>
          <p:cNvSpPr txBox="1"/>
          <p:nvPr/>
        </p:nvSpPr>
        <p:spPr>
          <a:xfrm>
            <a:off x="1622916" y="4325071"/>
            <a:ext cx="2495059" cy="105968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b="0" i="0" lang="ru-RU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 xml:space="preserve">План масштабирования: сроки и объемы перевода остальных витрин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/>
      <p:sp>
        <p:nvSpPr>
          <p:cNvPr id="794" name="Google Shape;794;p60"/>
          <p:cNvSpPr txBox="1"/>
          <p:nvPr>
            <p:ph type="title"/>
          </p:nvPr>
        </p:nvSpPr>
        <p:spPr>
          <a:xfrm>
            <a:off x="677334" y="692150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</a:pPr>
            <a:r>
              <a:rPr lang="ru-RU" sz="2000"/>
              <a:t xml:space="preserve">Задержка данных до 11 утра снижает оперативность утренних решений</a:t>
            </a:r>
          </a:p>
        </p:txBody>
      </p:sp>
      <p:sp>
        <p:nvSpPr>
          <p:cNvPr id="795" name="Google Shape;795;p60"/>
          <p:cNvSpPr txBox="1"/>
          <p:nvPr/>
        </p:nvSpPr>
        <p:spPr>
          <a:xfrm>
            <a:off x="18692059" y="4674436"/>
            <a:ext cx="4304330" cy="67819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t/>
            </a:r>
            <a:endParaRPr sz="16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96" name="Google Shape;796;p60"/>
          <p:cNvSpPr txBox="1"/>
          <p:nvPr/>
        </p:nvSpPr>
        <p:spPr>
          <a:xfrm>
            <a:off x="658811" y="6003053"/>
            <a:ext cx="6421611" cy="32559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 fontScale="92500"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endParaRPr lang="ru-RU" sz="1600">
              <a:solidFill>
                <a:schemeClr val="dk1"/>
              </a:solidFill>
              <a:latin typeface="Play"/>
              <a:ea typeface="Play"/>
              <a:cs typeface="Play"/>
              <a:sym typeface="Play"/>
            </a:endParaRPr>
          </a:p>
        </p:txBody>
      </p:sp>
      <p:sp>
        <p:nvSpPr>
          <p:cNvPr id="800" name="Google Shape;800;p60"/>
          <p:cNvSpPr txBox="1"/>
          <p:nvPr/>
        </p:nvSpPr>
        <p:spPr>
          <a:xfrm>
            <a:off x="658811" y="3273458"/>
            <a:ext cx="1722219" cy="123363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lang="ru-RU" sz="16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 xml:space="preserve">Ночная пакетная загрузка данных</a:t>
            </a:r>
          </a:p>
        </p:txBody>
      </p:sp>
      <p:sp>
        <p:nvSpPr>
          <p:cNvPr id="801" name="Google Shape;801;p60"/>
          <p:cNvSpPr txBox="1"/>
          <p:nvPr/>
        </p:nvSpPr>
        <p:spPr>
          <a:xfrm>
            <a:off x="3101030" y="3273458"/>
            <a:ext cx="1722219" cy="123363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lang="ru-RU" sz="16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 xml:space="preserve">Готовность отчёта к 11:00</a:t>
            </a:r>
          </a:p>
        </p:txBody>
      </p:sp>
      <p:sp>
        <p:nvSpPr>
          <p:cNvPr id="802" name="Google Shape;802;p60"/>
          <p:cNvSpPr txBox="1"/>
          <p:nvPr/>
        </p:nvSpPr>
        <p:spPr>
          <a:xfrm>
            <a:off x="8112126" y="3273458"/>
            <a:ext cx="2880000" cy="146496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lang="ru-RU" sz="16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 xml:space="preserve">Отчёт по продажам доступен только к 11 утра, что тормозит утренние совещания.</a:t>
            </a:r>
          </a:p>
        </p:txBody>
      </p:sp>
      <p:sp>
        <p:nvSpPr>
          <p:cNvPr id="803" name="Google Shape;801;p60"/>
          <p:cNvSpPr txBox="1"/>
          <p:nvPr/>
        </p:nvSpPr>
        <p:spPr>
          <a:xfrm>
            <a:off x="5543250" y="3273458"/>
            <a:ext cx="1722219" cy="123363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lang="ru-RU" sz="16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 xml:space="preserve">Регулярные инциденты с задержкой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43" name="Google Shape;443;p50"/>
          <p:cNvSpPr/>
          <p:nvPr/>
        </p:nvSpPr>
        <p:spPr>
          <a:xfrm>
            <a:off x="658813" y="1794065"/>
            <a:ext cx="6130294" cy="4406709"/>
          </a:xfrm>
          <a:prstGeom prst="roundRect">
            <a:avLst>
              <a:gd fmla="val 4444" name="adj"/>
            </a:avLst>
          </a:prstGeom>
          <a:solidFill>
            <a:schemeClr val="lt2"/>
          </a:solidFill>
          <a:ln cap="flat" cmpd="sng" w="19050">
            <a:solidFill>
              <a:schemeClr val="dk2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4" name="Google Shape;444;p50"/>
          <p:cNvSpPr txBox="1"/>
          <p:nvPr>
            <p:ph type="title"/>
          </p:nvPr>
        </p:nvSpPr>
        <p:spPr>
          <a:xfrm>
            <a:off x="677334" y="692150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</a:pPr>
            <a:r>
              <a:rPr lang="ru-RU" sz="3600"/>
              <a:t xml:space="preserve">Отчёт будет готов на 2.5 часа раньше</a:t>
            </a:r>
          </a:p>
        </p:txBody>
      </p:sp>
      <p:sp>
        <p:nvSpPr>
          <p:cNvPr id="447" name="Google Shape;447;p50"/>
          <p:cNvSpPr txBox="1"/>
          <p:nvPr>
            <p:ph idx="4" type="body"/>
          </p:nvPr>
        </p:nvSpPr>
        <p:spPr>
          <a:xfrm>
            <a:off x="8112125" y="2139491"/>
            <a:ext cx="5417327" cy="10800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800"/>
              <a:buNone/>
            </a:pPr>
            <a:endParaRPr lang="ru-RU"/>
          </a:p>
        </p:txBody>
      </p:sp>
      <p:sp>
        <p:nvSpPr>
          <p:cNvPr id="448" name="Google Shape;448;p50"/>
          <p:cNvSpPr txBox="1"/>
          <p:nvPr>
            <p:ph idx="5" type="body"/>
          </p:nvPr>
        </p:nvSpPr>
        <p:spPr>
          <a:xfrm>
            <a:off x="8112126" y="3204251"/>
            <a:ext cx="4494461" cy="7554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r>
              <a:rPr lang="ru-RU" sz="1600"/>
              <a:t xml:space="preserve">Новое время готовности</a:t>
            </a:r>
          </a:p>
        </p:txBody>
      </p:sp>
      <p:sp>
        <p:nvSpPr>
          <p:cNvPr id="449" name="Google Shape;449;p50"/>
          <p:cNvSpPr txBox="1"/>
          <p:nvPr/>
        </p:nvSpPr>
        <p:spPr>
          <a:xfrm>
            <a:off x="18692059" y="4674436"/>
            <a:ext cx="4304330" cy="67819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t/>
            </a:r>
            <a:endParaRPr b="0" i="0" sz="1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0" name="Google Shape;450;p50"/>
          <p:cNvSpPr txBox="1"/>
          <p:nvPr/>
        </p:nvSpPr>
        <p:spPr>
          <a:xfrm>
            <a:off x="1022258" y="2740903"/>
            <a:ext cx="5417327" cy="243757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non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3900"/>
              <a:buFont typeface="Arial"/>
              <a:buNone/>
            </a:pPr>
            <a:r>
              <a:rPr b="1" i="0" lang="ru-RU" sz="14600" u="none" cap="none" strike="noStrike">
                <a:solidFill>
                  <a:schemeClr val="dk2"/>
                </a:solidFill>
                <a:latin typeface="Play"/>
                <a:ea typeface="Play"/>
                <a:cs typeface="Play"/>
                <a:sym typeface="Play"/>
              </a:rPr>
              <a:t xml:space="preserve">8:30</a:t>
            </a:r>
          </a:p>
        </p:txBody>
      </p:sp>
      <p:sp>
        <p:nvSpPr>
          <p:cNvPr id="451" name="Google Shape;451;p50"/>
          <p:cNvSpPr txBox="1"/>
          <p:nvPr/>
        </p:nvSpPr>
        <p:spPr>
          <a:xfrm>
            <a:off x="1134802" y="5213202"/>
            <a:ext cx="5417326" cy="85041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</a:pPr>
            <a:r>
              <a:rPr b="0" i="0" lang="ru-RU" sz="16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 xml:space="preserve">После перехода на потоковую загрузку отчёт по продажам будет доступен к 8:30.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946" name="Google Shape;946;p75"/>
          <p:cNvSpPr txBox="1"/>
          <p:nvPr>
            <p:ph type="title"/>
          </p:nvPr>
        </p:nvSpPr>
        <p:spPr>
          <a:xfrm>
            <a:off x="677334" y="692150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</a:pPr>
            <a:r>
              <a:rPr lang="ru-RU" sz="2000"/>
              <a:t xml:space="preserve">Число инцидентов с опозданием снизилось в 4.5 раза</a:t>
            </a:r>
          </a:p>
        </p:txBody>
      </p:sp>
      <p:grpSp>
        <p:nvGrpSpPr>
          <p:cNvPr id="947" name="Google Shape;947;p75"/>
          <p:cNvGrpSpPr/>
          <p:nvPr/>
        </p:nvGrpSpPr>
        <p:grpSpPr>
          <a:xfrm>
            <a:off x="620176" y="1913757"/>
            <a:ext cx="11003859" cy="4036070"/>
            <a:chOff x="1361698" y="2081183"/>
            <a:chExt cx="10292923" cy="3775309"/>
          </a:xfrm>
        </p:grpSpPr>
        <p:sp>
          <p:nvSpPr>
            <p:cNvPr id="957" name="Google Shape;957;p75"/>
            <p:cNvSpPr txBox="1"/>
            <p:nvPr/>
          </p:nvSpPr>
          <p:spPr>
            <a:xfrm>
              <a:off x="2292470" y="5535671"/>
              <a:ext cx="489465" cy="32082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35700" lIns="35700" spcFirstLastPara="1" rIns="35700" wrap="square" tIns="35700">
              <a:noAutofit/>
            </a:bodyPr>
            <a:lstStyle/>
            <a:p>
              <a:pPr indent="0" lvl="0" marL="0" marR="0" rtl="0" algn="ctr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ru-RU" sz="1600">
                  <a:solidFill>
                    <a:schemeClr val="dk1"/>
                  </a:solidFill>
                  <a:latin typeface="Play"/>
                  <a:ea typeface="Play"/>
                  <a:cs typeface="Play"/>
                  <a:sym typeface="Play"/>
                </a:rPr>
                <a:t xml:space="preserve">Сбои</a:t>
              </a:r>
            </a:p>
          </p:txBody>
        </p:sp>
        <p:grpSp>
          <p:nvGrpSpPr>
            <p:cNvPr id="965" name="Google Shape;965;p75"/>
            <p:cNvGrpSpPr/>
            <p:nvPr/>
          </p:nvGrpSpPr>
          <p:grpSpPr>
            <a:xfrm>
              <a:off x="2471370" y="2230394"/>
              <a:ext cx="8860528" cy="2553236"/>
              <a:chOff x="0" y="0"/>
              <a:chExt cx="17721052" cy="5106469"/>
            </a:xfrm>
          </p:grpSpPr>
          <p:cxnSp>
            <p:nvCxnSpPr>
              <p:cNvPr id="970" name="Google Shape;970;p75"/>
              <p:cNvCxnSpPr/>
              <p:nvPr/>
            </p:nvCxnSpPr>
            <p:spPr>
              <a:xfrm>
                <a:off x="0" y="0"/>
                <a:ext cx="17721052" cy="0"/>
              </a:xfrm>
              <a:prstGeom prst="straightConnector1">
                <a:avLst/>
              </a:prstGeom>
              <a:noFill/>
              <a:ln cap="flat" cmpd="sng" w="25400">
                <a:solidFill>
                  <a:srgbClr val="E1E1E1"/>
                </a:solidFill>
                <a:prstDash val="solid"/>
                <a:miter lim="4000"/>
                <a:headEnd len="sm" w="sm" type="none"/>
                <a:tailEnd len="sm" w="sm" type="none"/>
              </a:ln>
            </p:spPr>
          </p:cxnSp>
        </p:grpSp>
      </p:grpSp>
      <p:graphicFrame>
        <p:nvGraphicFramePr>
          <p:cNvPr id="971" name="Chart 970"/>
          <p:cNvGraphicFramePr>
            <a:graphicFrameLocks noGrp="1"/>
          </p:cNvGraphicFramePr>
          <p:nvPr/>
        </p:nvGraphicFramePr>
        <p:xfrm>
          <a:off x="623011" y="1473551"/>
          <a:ext cx="11142269" cy="4133296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/>
      <p:sp>
        <p:nvSpPr>
          <p:cNvPr id="894" name="Google Shape;894;p71"/>
          <p:cNvSpPr txBox="1"/>
          <p:nvPr>
            <p:ph type="title"/>
          </p:nvPr>
        </p:nvSpPr>
        <p:spPr>
          <a:xfrm>
            <a:off x="677334" y="692150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</a:pPr>
            <a:r>
              <a:rPr lang="ru-RU" sz="2000"/>
              <a:t xml:space="preserve">Переход двух витрин на потоковую загрузку обеспечил измеримый рост скорости и стабильности работы систем</a:t>
            </a:r>
          </a:p>
        </p:txBody>
      </p:sp>
      <p:graphicFrame>
        <p:nvGraphicFramePr>
          <p:cNvPr id="895" name="Table 894"/>
          <p:cNvGraphicFramePr>
            <a:graphicFrameLocks noGrp="1"/>
          </p:cNvGraphicFramePr>
          <p:nvPr/>
        </p:nvGraphicFramePr>
        <p:xfrm>
          <a:off x="623011" y="1473551"/>
          <a:ext cx="11142269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14089"/>
                <a:gridCol w="3714089"/>
                <a:gridCol w="3714091"/>
              </a:tblGrid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Показатель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Было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Стало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Время готовности отчёта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11:00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8:30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Инциденты с опозданием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9 в месяц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2 в месяц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Затраты на инфраструктуру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Базовый уровень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+12 %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43" name="Google Shape;443;p50"/>
          <p:cNvSpPr/>
          <p:nvPr/>
        </p:nvSpPr>
        <p:spPr>
          <a:xfrm>
            <a:off x="658813" y="1794065"/>
            <a:ext cx="6130294" cy="4406709"/>
          </a:xfrm>
          <a:prstGeom prst="roundRect">
            <a:avLst>
              <a:gd fmla="val 4444" name="adj"/>
            </a:avLst>
          </a:prstGeom>
          <a:solidFill>
            <a:schemeClr val="lt2"/>
          </a:solidFill>
          <a:ln cap="flat" cmpd="sng" w="19050">
            <a:solidFill>
              <a:schemeClr val="dk2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4" name="Google Shape;444;p50"/>
          <p:cNvSpPr txBox="1"/>
          <p:nvPr>
            <p:ph type="title"/>
          </p:nvPr>
        </p:nvSpPr>
        <p:spPr>
          <a:xfrm>
            <a:off x="677334" y="692150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</a:pPr>
            <a:r>
              <a:rPr lang="ru-RU" sz="2000"/>
              <a:t xml:space="preserve">Перевод двух витрин на новую архитектуру занял 6 недель</a:t>
            </a:r>
          </a:p>
        </p:txBody>
      </p:sp>
      <p:sp>
        <p:nvSpPr>
          <p:cNvPr id="447" name="Google Shape;447;p50"/>
          <p:cNvSpPr txBox="1"/>
          <p:nvPr>
            <p:ph idx="4" type="body"/>
          </p:nvPr>
        </p:nvSpPr>
        <p:spPr>
          <a:xfrm>
            <a:off x="8112125" y="2139491"/>
            <a:ext cx="5417327" cy="10800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800"/>
              <a:buNone/>
            </a:pPr>
            <a:endParaRPr lang="ru-RU"/>
          </a:p>
        </p:txBody>
      </p:sp>
      <p:sp>
        <p:nvSpPr>
          <p:cNvPr id="448" name="Google Shape;448;p50"/>
          <p:cNvSpPr txBox="1"/>
          <p:nvPr>
            <p:ph idx="5" type="body"/>
          </p:nvPr>
        </p:nvSpPr>
        <p:spPr>
          <a:xfrm>
            <a:off x="8112126" y="3204251"/>
            <a:ext cx="4494461" cy="7554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r>
              <a:rPr lang="ru-RU" sz="1600"/>
              <a:t xml:space="preserve">Длительность пилота</a:t>
            </a:r>
          </a:p>
        </p:txBody>
      </p:sp>
      <p:sp>
        <p:nvSpPr>
          <p:cNvPr id="449" name="Google Shape;449;p50"/>
          <p:cNvSpPr txBox="1"/>
          <p:nvPr/>
        </p:nvSpPr>
        <p:spPr>
          <a:xfrm>
            <a:off x="18692059" y="4674436"/>
            <a:ext cx="4304330" cy="67819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t/>
            </a:r>
            <a:endParaRPr b="0" i="0" sz="1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0" name="Google Shape;450;p50"/>
          <p:cNvSpPr txBox="1"/>
          <p:nvPr/>
        </p:nvSpPr>
        <p:spPr>
          <a:xfrm>
            <a:off x="1022258" y="2740903"/>
            <a:ext cx="5417327" cy="243757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non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3900"/>
              <a:buFont typeface="Arial"/>
              <a:buNone/>
            </a:pPr>
            <a:r>
              <a:rPr b="1" i="0" lang="ru-RU" sz="7300" u="none" cap="none" strike="noStrike">
                <a:solidFill>
                  <a:schemeClr val="dk2"/>
                </a:solidFill>
                <a:latin typeface="Play"/>
                <a:ea typeface="Play"/>
                <a:cs typeface="Play"/>
                <a:sym typeface="Play"/>
              </a:rPr>
              <a:t xml:space="preserve">6 недель</a:t>
            </a:r>
          </a:p>
        </p:txBody>
      </p:sp>
      <p:sp>
        <p:nvSpPr>
          <p:cNvPr id="451" name="Google Shape;451;p50"/>
          <p:cNvSpPr txBox="1"/>
          <p:nvPr/>
        </p:nvSpPr>
        <p:spPr>
          <a:xfrm>
            <a:off x="1134802" y="5213202"/>
            <a:ext cx="5417326" cy="85041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</a:pPr>
            <a:r>
              <a:rPr b="0" i="0" lang="ru-RU" sz="16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 xml:space="preserve">Время, необходимое для перевода двух витрин на новую архитектуру, составило 6 недель.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43" name="Google Shape;443;p50"/>
          <p:cNvSpPr/>
          <p:nvPr/>
        </p:nvSpPr>
        <p:spPr>
          <a:xfrm>
            <a:off x="658813" y="1794065"/>
            <a:ext cx="6130294" cy="4406709"/>
          </a:xfrm>
          <a:prstGeom prst="roundRect">
            <a:avLst>
              <a:gd fmla="val 4444" name="adj"/>
            </a:avLst>
          </a:prstGeom>
          <a:solidFill>
            <a:schemeClr val="lt2"/>
          </a:solidFill>
          <a:ln cap="flat" cmpd="sng" w="19050">
            <a:solidFill>
              <a:schemeClr val="dk2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4" name="Google Shape;444;p50"/>
          <p:cNvSpPr txBox="1"/>
          <p:nvPr>
            <p:ph type="title"/>
          </p:nvPr>
        </p:nvSpPr>
        <p:spPr>
          <a:xfrm>
            <a:off x="677334" y="692150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</a:pPr>
            <a:r>
              <a:rPr lang="ru-RU" sz="2000"/>
              <a:t xml:space="preserve">Переход на потоковую загрузку увеличил бюджет на инфраструктуру на 12 %</a:t>
            </a:r>
          </a:p>
        </p:txBody>
      </p:sp>
      <p:sp>
        <p:nvSpPr>
          <p:cNvPr id="447" name="Google Shape;447;p50"/>
          <p:cNvSpPr txBox="1"/>
          <p:nvPr>
            <p:ph idx="4" type="body"/>
          </p:nvPr>
        </p:nvSpPr>
        <p:spPr>
          <a:xfrm>
            <a:off x="8112125" y="2139491"/>
            <a:ext cx="5417327" cy="10800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800"/>
              <a:buNone/>
            </a:pPr>
            <a:endParaRPr lang="ru-RU"/>
          </a:p>
        </p:txBody>
      </p:sp>
      <p:sp>
        <p:nvSpPr>
          <p:cNvPr id="448" name="Google Shape;448;p50"/>
          <p:cNvSpPr txBox="1"/>
          <p:nvPr>
            <p:ph idx="5" type="body"/>
          </p:nvPr>
        </p:nvSpPr>
        <p:spPr>
          <a:xfrm>
            <a:off x="8112126" y="3204251"/>
            <a:ext cx="4494461" cy="7554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r>
              <a:rPr lang="ru-RU" sz="1600"/>
              <a:t xml:space="preserve">Рост затрат на инфраструктуру</a:t>
            </a:r>
          </a:p>
        </p:txBody>
      </p:sp>
      <p:sp>
        <p:nvSpPr>
          <p:cNvPr id="449" name="Google Shape;449;p50"/>
          <p:cNvSpPr txBox="1"/>
          <p:nvPr/>
        </p:nvSpPr>
        <p:spPr>
          <a:xfrm>
            <a:off x="18692059" y="4674436"/>
            <a:ext cx="4304330" cy="67819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t/>
            </a:r>
            <a:endParaRPr b="0" i="0" sz="1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0" name="Google Shape;450;p50"/>
          <p:cNvSpPr txBox="1"/>
          <p:nvPr/>
        </p:nvSpPr>
        <p:spPr>
          <a:xfrm>
            <a:off x="1022258" y="2740903"/>
            <a:ext cx="5417327" cy="243757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non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3900"/>
              <a:buFont typeface="Arial"/>
              <a:buNone/>
            </a:pPr>
            <a:r>
              <a:rPr b="1" i="0" lang="ru-RU" sz="14600" u="none" cap="none" strike="noStrike">
                <a:solidFill>
                  <a:schemeClr val="dk2"/>
                </a:solidFill>
                <a:latin typeface="Play"/>
                <a:ea typeface="Play"/>
                <a:cs typeface="Play"/>
                <a:sym typeface="Play"/>
              </a:rPr>
              <a:t xml:space="preserve">12 %</a:t>
            </a:r>
          </a:p>
        </p:txBody>
      </p:sp>
      <p:sp>
        <p:nvSpPr>
          <p:cNvPr id="451" name="Google Shape;451;p50"/>
          <p:cNvSpPr txBox="1"/>
          <p:nvPr/>
        </p:nvSpPr>
        <p:spPr>
          <a:xfrm>
            <a:off x="1134802" y="5213202"/>
            <a:ext cx="5417326" cy="85041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</a:pPr>
            <a:r>
              <a:rPr b="0" i="0" lang="ru-RU" sz="16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 xml:space="preserve">Переход на потоковую загрузку потребовал увеличения бюджета на инфраструктуру на 12 %.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cxnSp>
        <p:nvCxnSpPr>
          <p:cNvPr id="986" name="Google Shape;986;p76"/>
          <p:cNvCxnSpPr/>
          <p:nvPr/>
        </p:nvCxnSpPr>
        <p:spPr>
          <a:xfrm rot="10800000">
            <a:off x="-42658" y="3591512"/>
            <a:ext cx="12234658" cy="0"/>
          </a:xfrm>
          <a:prstGeom prst="straightConnector1">
            <a:avLst/>
          </a:prstGeom>
          <a:noFill/>
          <a:ln cap="flat" cmpd="sng" w="12700">
            <a:solidFill>
              <a:srgbClr val="E1E1E2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987" name="Google Shape;987;p76"/>
          <p:cNvSpPr txBox="1"/>
          <p:nvPr>
            <p:ph type="title"/>
          </p:nvPr>
        </p:nvSpPr>
        <p:spPr>
          <a:xfrm>
            <a:off x="677334" y="692150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</a:pPr>
            <a:r>
              <a:rPr lang="ru-RU" sz="2000"/>
              <a:t xml:space="preserve">Поэтапное масштабирование перевода 14 витрин завершится до конца текущего квартала</a:t>
            </a:r>
          </a:p>
        </p:txBody>
      </p:sp>
      <p:sp>
        <p:nvSpPr>
          <p:cNvPr id="988" name="Google Shape;988;p76"/>
          <p:cNvSpPr/>
          <p:nvPr/>
        </p:nvSpPr>
        <p:spPr>
          <a:xfrm>
            <a:off x="6351822" y="3156753"/>
            <a:ext cx="869519" cy="869519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0" spcFirstLastPara="1" rIns="0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36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 xml:space="preserve">3</a:t>
            </a:r>
          </a:p>
        </p:txBody>
      </p:sp>
      <p:sp>
        <p:nvSpPr>
          <p:cNvPr id="989" name="Google Shape;989;p76"/>
          <p:cNvSpPr/>
          <p:nvPr/>
        </p:nvSpPr>
        <p:spPr>
          <a:xfrm>
            <a:off x="9194774" y="3156753"/>
            <a:ext cx="869519" cy="869519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0" spcFirstLastPara="1" rIns="0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36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 xml:space="preserve">4</a:t>
            </a:r>
          </a:p>
        </p:txBody>
      </p:sp>
      <p:sp>
        <p:nvSpPr>
          <p:cNvPr id="990" name="Google Shape;990;p76"/>
          <p:cNvSpPr/>
          <p:nvPr/>
        </p:nvSpPr>
        <p:spPr>
          <a:xfrm>
            <a:off x="3508870" y="3156753"/>
            <a:ext cx="869519" cy="869519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45700" lIns="0" spcFirstLastPara="1" rIns="0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3600">
                <a:solidFill>
                  <a:srgbClr val="FFFFFF"/>
                </a:solidFill>
                <a:latin typeface="Play"/>
                <a:ea typeface="Play"/>
                <a:cs typeface="Play"/>
                <a:sym typeface="Play"/>
              </a:rPr>
              <a:t xml:space="preserve">2</a:t>
            </a:r>
          </a:p>
        </p:txBody>
      </p:sp>
      <p:sp>
        <p:nvSpPr>
          <p:cNvPr id="991" name="Google Shape;991;p76"/>
          <p:cNvSpPr/>
          <p:nvPr/>
        </p:nvSpPr>
        <p:spPr>
          <a:xfrm>
            <a:off x="665918" y="3156753"/>
            <a:ext cx="869519" cy="869519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0" spcFirstLastPara="1" rIns="0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"/>
              <a:buNone/>
            </a:pPr>
            <a:r>
              <a:rPr lang="ru-RU" sz="36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 xml:space="preserve">1</a:t>
            </a:r>
          </a:p>
        </p:txBody>
      </p:sp>
      <p:sp>
        <p:nvSpPr>
          <p:cNvPr id="992" name="Google Shape;992;p76"/>
          <p:cNvSpPr txBox="1"/>
          <p:nvPr/>
        </p:nvSpPr>
        <p:spPr>
          <a:xfrm>
            <a:off x="627281" y="4250028"/>
            <a:ext cx="2550017" cy="596436"/>
          </a:xfrm>
          <a:prstGeom prst="rect">
            <a:avLst/>
          </a:prstGeom>
          <a:noFill/>
          <a:ln>
            <a:noFill/>
          </a:ln>
        </p:spPr>
        <p:txBody>
          <a:bodyPr anchorCtr="0" anchor="t" bIns="36000" lIns="36000" spcFirstLastPara="1" rIns="36000" wrap="square" tIns="3600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 xml:space="preserve">Аудит готовности 14 витрин</a:t>
            </a:r>
          </a:p>
        </p:txBody>
      </p:sp>
      <p:sp>
        <p:nvSpPr>
          <p:cNvPr id="993" name="Google Shape;993;p76"/>
          <p:cNvSpPr txBox="1"/>
          <p:nvPr/>
        </p:nvSpPr>
        <p:spPr>
          <a:xfrm>
            <a:off x="3470233" y="4250028"/>
            <a:ext cx="2550017" cy="596436"/>
          </a:xfrm>
          <a:prstGeom prst="rect">
            <a:avLst/>
          </a:prstGeom>
          <a:noFill/>
          <a:ln>
            <a:noFill/>
          </a:ln>
        </p:spPr>
        <p:txBody>
          <a:bodyPr anchorCtr="0" anchor="t" bIns="36000" lIns="36000" spcFirstLastPara="1" rIns="36000" wrap="square" tIns="3600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 xml:space="preserve">Перенос групп на потоковую загрузку</a:t>
            </a:r>
          </a:p>
        </p:txBody>
      </p:sp>
      <p:sp>
        <p:nvSpPr>
          <p:cNvPr id="994" name="Google Shape;994;p76"/>
          <p:cNvSpPr txBox="1"/>
          <p:nvPr/>
        </p:nvSpPr>
        <p:spPr>
          <a:xfrm>
            <a:off x="6313184" y="4250028"/>
            <a:ext cx="2550017" cy="596436"/>
          </a:xfrm>
          <a:prstGeom prst="rect">
            <a:avLst/>
          </a:prstGeom>
          <a:noFill/>
          <a:ln>
            <a:noFill/>
          </a:ln>
        </p:spPr>
        <p:txBody>
          <a:bodyPr anchorCtr="0" anchor="t" bIns="36000" lIns="36000" spcFirstLastPara="1" rIns="36000" wrap="square" tIns="3600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 xml:space="preserve">Контроль метрик стабильности и сроков</a:t>
            </a:r>
          </a:p>
        </p:txBody>
      </p:sp>
      <p:sp>
        <p:nvSpPr>
          <p:cNvPr id="995" name="Google Shape;995;p76"/>
          <p:cNvSpPr txBox="1"/>
          <p:nvPr/>
        </p:nvSpPr>
        <p:spPr>
          <a:xfrm>
            <a:off x="9156136" y="4250028"/>
            <a:ext cx="2550017" cy="596436"/>
          </a:xfrm>
          <a:prstGeom prst="rect">
            <a:avLst/>
          </a:prstGeom>
          <a:noFill/>
          <a:ln>
            <a:noFill/>
          </a:ln>
        </p:spPr>
        <p:txBody>
          <a:bodyPr anchorCtr="0" anchor="t" bIns="36000" lIns="36000" spcFirstLastPara="1" rIns="36000" wrap="square" tIns="3600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 xml:space="preserve">Финализация перевода всех витрин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56" name="Google Shape;456;p51"/>
          <p:cNvSpPr txBox="1"/>
          <p:nvPr>
            <p:ph idx="1" type="body"/>
          </p:nvPr>
        </p:nvSpPr>
        <p:spPr>
          <a:xfrm>
            <a:off x="3359150" y="579395"/>
            <a:ext cx="7520885" cy="454919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None/>
            </a:pPr>
            <a:r>
              <a:rPr lang="ru-RU" sz="4000">
                <a:solidFill>
                  <a:schemeClr val="dk1"/>
                </a:solidFill>
              </a:rPr>
              <a:t xml:space="preserve">Для начала масштабирования требуется одобрение перевода остальных 14 витрин до конца квартала</a:t>
            </a:r>
          </a:p>
        </p:txBody>
      </p:sp>
      <p:sp>
        <p:nvSpPr>
          <p:cNvPr id="457" name="Google Shape;457;p51"/>
          <p:cNvSpPr txBox="1"/>
          <p:nvPr>
            <p:ph idx="2" type="body"/>
          </p:nvPr>
        </p:nvSpPr>
        <p:spPr>
          <a:xfrm>
            <a:off x="3359150" y="5738829"/>
            <a:ext cx="8200516" cy="46194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None/>
            </a:pPr>
            <a:r>
              <a:rPr lang="ru-RU" sz="2000"/>
              <a:t xml:space="preserve">Для начала масштабирования требуется одобрение перевода остальных 14 витрин до конца квартала.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55" name="Google Shape;255;p36"/>
          <p:cNvSpPr txBox="1"/>
          <p:nvPr>
            <p:ph idx="1" type="body"/>
          </p:nvPr>
        </p:nvSpPr>
        <p:spPr>
          <a:xfrm>
            <a:off x="658813" y="4866865"/>
            <a:ext cx="5130504" cy="553998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</a:pPr>
            <a:r>
              <a:rPr sz="1400"/>
              <a:t xml:space="preserve">Просим директоров направлений поддержать инициативу и утвердить план масштабирования.</a:t>
            </a:r>
          </a:p>
        </p:txBody>
      </p:sp>
      <p:sp>
        <p:nvSpPr>
          <p:cNvPr id="256" name="Google Shape;256;p36"/>
          <p:cNvSpPr txBox="1"/>
          <p:nvPr>
            <p:ph type="title"/>
          </p:nvPr>
        </p:nvSpPr>
        <p:spPr>
          <a:xfrm>
            <a:off x="622261" y="2921912"/>
            <a:ext cx="5167056" cy="1661993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Play"/>
              <a:buNone/>
            </a:pPr>
            <a:r>
              <a:rPr sz="2000"/>
              <a:t xml:space="preserve">Директорам направлений необходимо поддержать инициативу и утвердить план масштабирования для одобрения перевода 14 витрин до конца квартала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VK New Color">
  <a:themeElements>
    <a:clrScheme name="VK Education">
      <a:dk1>
        <a:srgbClr val="000000"/>
      </a:dk1>
      <a:lt1>
        <a:srgbClr val="EBF3F9"/>
      </a:lt1>
      <a:dk2>
        <a:srgbClr val="0077FF"/>
      </a:dk2>
      <a:lt2>
        <a:srgbClr val="FFFFFF"/>
      </a:lt2>
      <a:accent1>
        <a:srgbClr val="0077FF"/>
      </a:accent1>
      <a:accent2>
        <a:srgbClr val="FF3885"/>
      </a:accent2>
      <a:accent3>
        <a:srgbClr val="7CEDF8"/>
      </a:accent3>
      <a:accent4>
        <a:srgbClr val="EBF3F9"/>
      </a:accent4>
      <a:accent5>
        <a:srgbClr val="D8FAFD"/>
      </a:accent5>
      <a:accent6>
        <a:srgbClr val="FFEBF3"/>
      </a:accent6>
      <a:hlink>
        <a:srgbClr val="0077FF"/>
      </a:hlink>
      <a:folHlink>
        <a:srgbClr val="005E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Тема Office">
  <a:themeElements>
    <a:clrScheme name="Стандартная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VK New Color">
  <a:themeElements>
    <a:clrScheme name="VK Education">
      <a:dk1>
        <a:srgbClr val="000000"/>
      </a:dk1>
      <a:lt1>
        <a:srgbClr val="EBF3F9"/>
      </a:lt1>
      <a:dk2>
        <a:srgbClr val="0077FF"/>
      </a:dk2>
      <a:lt2>
        <a:srgbClr val="FFFFFF"/>
      </a:lt2>
      <a:accent1>
        <a:srgbClr val="0077FF"/>
      </a:accent1>
      <a:accent2>
        <a:srgbClr val="FF3885"/>
      </a:accent2>
      <a:accent3>
        <a:srgbClr val="7CEDF8"/>
      </a:accent3>
      <a:accent4>
        <a:srgbClr val="EBF3F9"/>
      </a:accent4>
      <a:accent5>
        <a:srgbClr val="D8FAFD"/>
      </a:accent5>
      <a:accent6>
        <a:srgbClr val="FFEBF3"/>
      </a:accent6>
      <a:hlink>
        <a:srgbClr val="0077FF"/>
      </a:hlink>
      <a:folHlink>
        <a:srgbClr val="005E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