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Доброе утро. Сегодня мы обсуждаем инициативу по оптимизации загрузки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Рассмотрим три ключевых аспекта: проблему, доказательства и план действий.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Начнем с анализа того, как работает система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Основная проблема — задержка данных до 11 утра, что мешает оперативным решениям.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Перейдем к результатам тестирования на двух витринах.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Ключевое достижение пилота — отчёт теперь готов к 8:30 вместо 11:00.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Надежность системы выросла: инциденты с опозданием снизились с 9 до 2 в месяц.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Стоимость перехода оправдана: рост затрат на 12% принес существенные улучшения.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Теперь обсудим план перехода остальных витрин на новую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 успешного пилота на 2 витринах, осталось перевести 14 оставшихся.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Прошу вас принять решение о масштабировании инициативы на все оставшиеся витрины.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время. Готов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0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1.xml"/><Relationship Id="rId8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Google Shape;401;p4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en-US" sz="1300"/>
              <a:t xml:space="preserve">Перевод ночных отчётов на потоковую загрузку позволит ускорить получение данных за счёт отказа от пакетной модели обработки</a:t>
            </a:r>
          </a:p>
        </p:txBody>
      </p:sp>
      <p:sp>
        <p:nvSpPr>
          <p:cNvPr id="402" name="Google Shape;402;p4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900"/>
              <a:t xml:space="preserve">Предлагается перевести отчётность с пакетной на потоковую модель для ускорения данных.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793986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91283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91283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8" name="Google Shape;668;p55"/>
          <p:cNvSpPr/>
          <p:nvPr/>
        </p:nvSpPr>
        <p:spPr>
          <a:xfrm>
            <a:off x="491283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Проблема текущей модели</a:t>
            </a:r>
          </a:p>
        </p:txBody>
      </p:sp>
      <p:sp>
        <p:nvSpPr>
          <p:cNvPr id="669" name="Google Shape;669;p55"/>
          <p:cNvSpPr/>
          <p:nvPr/>
        </p:nvSpPr>
        <p:spPr>
          <a:xfrm>
            <a:off x="491283" y="1819373"/>
            <a:ext cx="2434300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 задерживает доступ к данным</a:t>
            </a:r>
          </a:p>
        </p:txBody>
      </p:sp>
      <p:sp>
        <p:nvSpPr>
          <p:cNvPr id="670" name="Google Shape;670;p55"/>
          <p:cNvSpPr/>
          <p:nvPr/>
        </p:nvSpPr>
        <p:spPr>
          <a:xfrm>
            <a:off x="3174984" y="1209852"/>
            <a:ext cx="2793986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3380518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3380518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55"/>
          <p:cNvSpPr/>
          <p:nvPr/>
        </p:nvSpPr>
        <p:spPr>
          <a:xfrm>
            <a:off x="3380518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Результаты пилотного проекта</a:t>
            </a:r>
          </a:p>
        </p:txBody>
      </p:sp>
      <p:sp>
        <p:nvSpPr>
          <p:cNvPr id="674" name="Google Shape;674;p55"/>
          <p:cNvSpPr/>
          <p:nvPr/>
        </p:nvSpPr>
        <p:spPr>
          <a:xfrm>
            <a:off x="3380518" y="1819373"/>
            <a:ext cx="2434300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Показатели эффективности на двух витринах</a:t>
            </a:r>
          </a:p>
        </p:txBody>
      </p:sp>
      <p:sp>
        <p:nvSpPr>
          <p:cNvPr id="675" name="Google Shape;675;p55"/>
          <p:cNvSpPr/>
          <p:nvPr/>
        </p:nvSpPr>
        <p:spPr>
          <a:xfrm>
            <a:off x="6064218" y="1209852"/>
            <a:ext cx="2793986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6269754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6269754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55"/>
          <p:cNvSpPr/>
          <p:nvPr/>
        </p:nvSpPr>
        <p:spPr>
          <a:xfrm>
            <a:off x="6269754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План масштабирования</a:t>
            </a:r>
          </a:p>
        </p:txBody>
      </p:sp>
      <p:sp>
        <p:nvSpPr>
          <p:cNvPr id="679" name="Google Shape;679;p55"/>
          <p:cNvSpPr/>
          <p:nvPr/>
        </p:nvSpPr>
        <p:spPr>
          <a:xfrm>
            <a:off x="6269754" y="1819373"/>
            <a:ext cx="2434300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Перевод оставшихся 14 витрин до конца квартала</a:t>
            </a:r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Обсудим текущее состояние, результаты пилота и план масштабирования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450"/>
              <a:t xml:space="preserve">Существующая пакетная модель ограничивает скорость получения данных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900"/>
              <a:t xml:space="preserve">Существующая пакетная модель ограничивает скорость получения данных.</a:t>
            </a:r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8" name="Google Shape;878;p61"/>
          <p:cNvSpPr/>
          <p:nvPr/>
        </p:nvSpPr>
        <p:spPr>
          <a:xfrm>
            <a:off x="285749" y="1243185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p61"/>
          <p:cNvSpPr/>
          <p:nvPr/>
        </p:nvSpPr>
        <p:spPr>
          <a:xfrm>
            <a:off x="285749" y="1243185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0" name="Google Shape;880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673" y="1405089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1" name="Google Shape;881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88" y="1423117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61"/>
          <p:cNvSpPr/>
          <p:nvPr/>
        </p:nvSpPr>
        <p:spPr>
          <a:xfrm>
            <a:off x="285749" y="2047943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61"/>
          <p:cNvSpPr/>
          <p:nvPr/>
        </p:nvSpPr>
        <p:spPr>
          <a:xfrm>
            <a:off x="285749" y="2047943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4" name="Google Shape;884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673" y="2209847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5" name="Google Shape;885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88" y="2227875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61"/>
          <p:cNvSpPr/>
          <p:nvPr/>
        </p:nvSpPr>
        <p:spPr>
          <a:xfrm>
            <a:off x="285749" y="2852700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" name="Google Shape;887;p61"/>
          <p:cNvSpPr/>
          <p:nvPr/>
        </p:nvSpPr>
        <p:spPr>
          <a:xfrm>
            <a:off x="285749" y="2852700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8" name="Google Shape;888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673" y="3014604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9" name="Google Shape;889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88" y="3032632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6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00"/>
              <a:t xml:space="preserve">Пакетная загрузка данных приводит к задержкам доступности отчётов по продажам до 11:00 утра</a:t>
            </a:r>
          </a:p>
        </p:txBody>
      </p:sp>
      <p:sp>
        <p:nvSpPr>
          <p:cNvPr id="895" name="Google Shape;895;p61"/>
          <p:cNvSpPr/>
          <p:nvPr/>
        </p:nvSpPr>
        <p:spPr>
          <a:xfrm>
            <a:off x="1019170" y="1402177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Поздняя готовность данных</a:t>
            </a:r>
          </a:p>
        </p:txBody>
      </p:sp>
      <p:sp>
        <p:nvSpPr>
          <p:cNvPr id="896" name="Google Shape;896;p61"/>
          <p:cNvSpPr/>
          <p:nvPr/>
        </p:nvSpPr>
        <p:spPr>
          <a:xfrm>
            <a:off x="1019170" y="2218724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Отсутствие обновлений в реальном времени</a:t>
            </a:r>
          </a:p>
        </p:txBody>
      </p:sp>
      <p:sp>
        <p:nvSpPr>
          <p:cNvPr id="897" name="Google Shape;897;p61"/>
          <p:cNvSpPr/>
          <p:nvPr/>
        </p:nvSpPr>
        <p:spPr>
          <a:xfrm>
            <a:off x="1019170" y="3024442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Риск инцидентов с задержкой отчётов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450"/>
              <a:t xml:space="preserve">Пилот на двух витринах показал значительное улучшение ключевых метрик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900"/>
              <a:t xml:space="preserve">Пилот на двух витринах показал значительное улучшение метрик.</a:t>
            </a:r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Google Shape;2251;p8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Отчёт по продажам теперь доступен к 8:30 утра, что на 2.5 часа раньше прежнего срока в 11:00</a:t>
            </a:r>
          </a:p>
        </p:txBody>
      </p:sp>
      <p:sp>
        <p:nvSpPr>
          <p:cNvPr id="2252" name="Google Shape;2252;p83"/>
          <p:cNvSpPr txBox="1"/>
          <p:nvPr/>
        </p:nvSpPr>
        <p:spPr>
          <a:xfrm>
            <a:off x="177970" y="1664110"/>
            <a:ext cx="2381238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r>
              <a:rPr b="1" i="0" lang="en-US" sz="64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</a:p>
        </p:txBody>
      </p:sp>
      <p:sp>
        <p:nvSpPr>
          <p:cNvPr id="2253" name="Google Shape;2253;p83"/>
          <p:cNvSpPr txBox="1"/>
          <p:nvPr/>
        </p:nvSpPr>
        <p:spPr>
          <a:xfrm>
            <a:off x="3143234" y="1664110"/>
            <a:ext cx="4320556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endParaRPr b="1" i="0" lang="en-US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54" name="Google Shape;2254;p83"/>
          <p:cNvSpPr txBox="1"/>
          <p:nvPr/>
        </p:nvSpPr>
        <p:spPr>
          <a:xfrm>
            <a:off x="256559" y="3689483"/>
            <a:ext cx="4315441" cy="327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доступен к 8:30 утра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Число инцидентов с опозданием снизилось в 4.5 раза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734641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Google Shape;1059;p66"/>
          <p:cNvSpPr/>
          <p:nvPr/>
        </p:nvSpPr>
        <p:spPr>
          <a:xfrm>
            <a:off x="4048160" y="486418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Рост затрат</a:t>
            </a:r>
          </a:p>
        </p:txBody>
      </p:sp>
      <p:sp>
        <p:nvSpPr>
          <p:cNvPr id="1060" name="Google Shape;1060;p66"/>
          <p:cNvSpPr/>
          <p:nvPr/>
        </p:nvSpPr>
        <p:spPr>
          <a:xfrm>
            <a:off x="4048160" y="740925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Инфраструктурные расходы увеличились на 12 %.</a:t>
            </a:r>
          </a:p>
        </p:txBody>
      </p:sp>
      <p:sp>
        <p:nvSpPr>
          <p:cNvPr id="1061" name="Google Shape;1061;p66"/>
          <p:cNvSpPr/>
          <p:nvPr/>
        </p:nvSpPr>
        <p:spPr>
          <a:xfrm>
            <a:off x="3838239" y="1462423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2" name="Google Shape;1062;p66"/>
          <p:cNvSpPr/>
          <p:nvPr/>
        </p:nvSpPr>
        <p:spPr>
          <a:xfrm>
            <a:off x="4048160" y="16723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3" name="Google Shape;1063;p66"/>
          <p:cNvSpPr/>
          <p:nvPr/>
        </p:nvSpPr>
        <p:spPr>
          <a:xfrm>
            <a:off x="4048160" y="1672317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Срок пилота</a:t>
            </a:r>
          </a:p>
        </p:txBody>
      </p:sp>
      <p:sp>
        <p:nvSpPr>
          <p:cNvPr id="1064" name="Google Shape;1064;p66"/>
          <p:cNvSpPr/>
          <p:nvPr/>
        </p:nvSpPr>
        <p:spPr>
          <a:xfrm>
            <a:off x="4048160" y="19268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Тестирование на двух витринах заняло 6 недель.</a:t>
            </a:r>
          </a:p>
        </p:txBody>
      </p:sp>
      <p:sp>
        <p:nvSpPr>
          <p:cNvPr id="1065" name="Google Shape;1065;p66"/>
          <p:cNvSpPr/>
          <p:nvPr/>
        </p:nvSpPr>
        <p:spPr>
          <a:xfrm>
            <a:off x="3838239" y="2648322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6" name="Google Shape;1066;p66"/>
          <p:cNvSpPr/>
          <p:nvPr/>
        </p:nvSpPr>
        <p:spPr>
          <a:xfrm>
            <a:off x="4048160" y="28582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7" name="Google Shape;1067;p66"/>
          <p:cNvSpPr/>
          <p:nvPr/>
        </p:nvSpPr>
        <p:spPr>
          <a:xfrm>
            <a:off x="4048160" y="2858216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Баланс затрат и пользы</a:t>
            </a:r>
          </a:p>
        </p:txBody>
      </p:sp>
      <p:sp>
        <p:nvSpPr>
          <p:cNvPr id="1068" name="Google Shape;1068;p66"/>
          <p:cNvSpPr/>
          <p:nvPr/>
        </p:nvSpPr>
        <p:spPr>
          <a:xfrm>
            <a:off x="4048160" y="31127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Умеренный рост затрат дал значительный прирост скорости и надежности.</a:t>
            </a:r>
          </a:p>
        </p:txBody>
      </p:sp>
      <p:sp>
        <p:nvSpPr>
          <p:cNvPr id="1073" name="Google Shape;1073;p66"/>
          <p:cNvSpPr txBox="1"/>
          <p:nvPr>
            <p:ph type="title"/>
          </p:nvPr>
        </p:nvSpPr>
        <p:spPr>
          <a:xfrm>
            <a:off x="177971" y="282949"/>
            <a:ext cx="3412254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Затраты на инфраструктуру выросли умеренно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900"/>
              <a:t xml:space="preserve">Необходимо решение о переводе оставшихся 14 витрин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900"/>
              <a:t xml:space="preserve">Необходимо решение о переводе оставшихся 14 витрин.</a:t>
            </a:r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57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57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57"/>
          <p:cNvSpPr/>
          <p:nvPr/>
        </p:nvSpPr>
        <p:spPr>
          <a:xfrm>
            <a:off x="285748" y="1209852"/>
            <a:ext cx="8572456" cy="1578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57"/>
          <p:cNvSpPr/>
          <p:nvPr/>
        </p:nvSpPr>
        <p:spPr>
          <a:xfrm>
            <a:off x="285749" y="1209852"/>
            <a:ext cx="2793986" cy="1578563"/>
          </a:xfrm>
          <a:prstGeom prst="roundRect">
            <a:avLst>
              <a:gd fmla="val 608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57"/>
          <p:cNvSpPr/>
          <p:nvPr/>
        </p:nvSpPr>
        <p:spPr>
          <a:xfrm>
            <a:off x="491283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9" name="Google Shape;729;p57"/>
          <p:cNvSpPr/>
          <p:nvPr/>
        </p:nvSpPr>
        <p:spPr>
          <a:xfrm>
            <a:off x="491283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57"/>
          <p:cNvSpPr/>
          <p:nvPr/>
        </p:nvSpPr>
        <p:spPr>
          <a:xfrm>
            <a:off x="491283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Охват пилота</a:t>
            </a:r>
          </a:p>
        </p:txBody>
      </p:sp>
      <p:sp>
        <p:nvSpPr>
          <p:cNvPr id="731" name="Google Shape;731;p57"/>
          <p:cNvSpPr/>
          <p:nvPr/>
        </p:nvSpPr>
        <p:spPr>
          <a:xfrm>
            <a:off x="491283" y="1819373"/>
            <a:ext cx="2434300" cy="854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Успешно переведены 2 витрины.</a:t>
            </a:r>
          </a:p>
        </p:txBody>
      </p:sp>
      <p:sp>
        <p:nvSpPr>
          <p:cNvPr id="732" name="Google Shape;732;p57"/>
          <p:cNvSpPr/>
          <p:nvPr/>
        </p:nvSpPr>
        <p:spPr>
          <a:xfrm>
            <a:off x="3174984" y="1209852"/>
            <a:ext cx="2793986" cy="1578563"/>
          </a:xfrm>
          <a:prstGeom prst="roundRect">
            <a:avLst>
              <a:gd fmla="val 608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57"/>
          <p:cNvSpPr/>
          <p:nvPr/>
        </p:nvSpPr>
        <p:spPr>
          <a:xfrm>
            <a:off x="3380518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" name="Google Shape;734;p57"/>
          <p:cNvSpPr/>
          <p:nvPr/>
        </p:nvSpPr>
        <p:spPr>
          <a:xfrm>
            <a:off x="3380518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57"/>
          <p:cNvSpPr/>
          <p:nvPr/>
        </p:nvSpPr>
        <p:spPr>
          <a:xfrm>
            <a:off x="3380518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Остаток работ</a:t>
            </a:r>
          </a:p>
        </p:txBody>
      </p:sp>
      <p:sp>
        <p:nvSpPr>
          <p:cNvPr id="736" name="Google Shape;736;p57"/>
          <p:cNvSpPr/>
          <p:nvPr/>
        </p:nvSpPr>
        <p:spPr>
          <a:xfrm>
            <a:off x="3380518" y="1819373"/>
            <a:ext cx="2434300" cy="854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Осталось перевести 14 витрин.</a:t>
            </a:r>
          </a:p>
        </p:txBody>
      </p:sp>
      <p:sp>
        <p:nvSpPr>
          <p:cNvPr id="737" name="Google Shape;737;p57"/>
          <p:cNvSpPr/>
          <p:nvPr/>
        </p:nvSpPr>
        <p:spPr>
          <a:xfrm>
            <a:off x="6064218" y="1209852"/>
            <a:ext cx="2793986" cy="1578563"/>
          </a:xfrm>
          <a:prstGeom prst="roundRect">
            <a:avLst>
              <a:gd fmla="val 608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" name="Google Shape;738;p57"/>
          <p:cNvSpPr/>
          <p:nvPr/>
        </p:nvSpPr>
        <p:spPr>
          <a:xfrm>
            <a:off x="6269754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57"/>
          <p:cNvSpPr/>
          <p:nvPr/>
        </p:nvSpPr>
        <p:spPr>
          <a:xfrm>
            <a:off x="6269754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57"/>
          <p:cNvSpPr/>
          <p:nvPr/>
        </p:nvSpPr>
        <p:spPr>
          <a:xfrm>
            <a:off x="6269754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Срок реализации</a:t>
            </a:r>
          </a:p>
        </p:txBody>
      </p:sp>
      <p:sp>
        <p:nvSpPr>
          <p:cNvPr id="741" name="Google Shape;741;p57"/>
          <p:cNvSpPr/>
          <p:nvPr/>
        </p:nvSpPr>
        <p:spPr>
          <a:xfrm>
            <a:off x="6269754" y="1819373"/>
            <a:ext cx="2434300" cy="854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Полный переход запланирован до конца квартала.</a:t>
            </a:r>
          </a:p>
        </p:txBody>
      </p:sp>
      <p:sp>
        <p:nvSpPr>
          <p:cNvPr id="747" name="Google Shape;747;p57"/>
          <p:cNvSpPr/>
          <p:nvPr/>
        </p:nvSpPr>
        <p:spPr>
          <a:xfrm>
            <a:off x="285748" y="2883653"/>
            <a:ext cx="8572456" cy="1578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Пилот на 2 витринах завершен, осталось перевести 14 до конца квартала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8" name="Google Shape;438;p4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</a:pPr>
            <a:r>
              <a:rPr lang="en-US" sz="3000"/>
              <a:t xml:space="preserve">Необходимо утвердить перевод всех 14 витрин до конца квартала</a:t>
            </a:r>
          </a:p>
        </p:txBody>
      </p:sp>
      <p:sp>
        <p:nvSpPr>
          <p:cNvPr id="439" name="Google Shape;439;p46"/>
          <p:cNvSpPr txBox="1"/>
          <p:nvPr>
            <p:ph idx="1" type="body"/>
          </p:nvPr>
        </p:nvSpPr>
        <p:spPr>
          <a:xfrm>
            <a:off x="1430534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1200"/>
              <a:t xml:space="preserve">Перевод всех 14 витрин до конца квартала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Google Shape;401;p4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en-US" sz="1700"/>
              <a:t xml:space="preserve">Спасибо за внимание: готовы ответить на вопросы по инициативе</a:t>
            </a:r>
          </a:p>
        </p:txBody>
      </p:sp>
      <p:sp>
        <p:nvSpPr>
          <p:cNvPr id="402" name="Google Shape;402;p4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1200"/>
              <a:t xml:space="preserve">Готовы ответить на вопросы по инициативе.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