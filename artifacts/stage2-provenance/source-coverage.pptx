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4F81BD"/>
            </a:solidFill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1F497D"/>
              </a:solidFill>
            </a:ln>
          </c:spPr>
        </c:majorGridlines>
        <c:title>
          <c:tx>
            <c:rich>
              <a:bodyPr/>
              <a:lstStyle/>
              <a:p>
                <a:r>
                  <a:t>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</a:p>
        </c:txPr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time_series.csv · 6 исходных строк. Расчёт: 6 исходных наблюдений; агрегация не выполнялась.. Данные: 5d1c3d00e10829a8798ac0882b1909bdc7c9abffe4bbc681c61e463ef746c793; SHA-256: 566f629c1246d371d4b9de40b1202ece9943e9d93fce3106ae7147558a34c62a.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0584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/>
              <a:t xml:space="preserve">Выручка: динамика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189" y="2400300"/>
          <a:ext cx="10058148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Arial"/>
              </a:rPr>
              <a:t>Источник: time_series.csv · 6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Arial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