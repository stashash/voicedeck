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3" r:id="rId5"/>
  </p:sldMasterIdLst>
  <p:notesMasterIdLst>
    <p:notesMasterId r:id="rId6"/>
  </p:notesMasterIdLst>
  <p:sldIdLst>
    <p:sldId id="285" r:id="rId38"/>
    <p:sldId id="286" r:id="rId39"/>
    <p:sldId id="287" r:id="rId40"/>
    <p:sldId id="288" r:id="rId41"/>
    <p:sldId id="289" r:id="rId42"/>
    <p:sldId id="290" r:id="rId43"/>
    <p:sldId id="291" r:id="rId44"/>
    <p:sldId id="292" r:id="rId45"/>
    <p:sldId id="293" r:id="rId46"/>
    <p:sldId id="294" r:id="rId47"/>
    <p:sldId id="295" r:id="rId48"/>
    <p:sldId id="296" r:id="rId49"/>
    <p:sldId id="297" r:id="rId50"/>
    <p:sldId id="298" r:id="rId51"/>
    <p:sldId id="299" r:id="rId52"/>
    <p:sldId id="300" r:id="rId53"/>
    <p:sldId id="301" r:id="rId54"/>
    <p:sldId id="302" r:id="rId55"/>
    <p:sldId id="303" r:id="rId56"/>
    <p:sldId id="304" r:id="rId57"/>
    <p:sldId id="305" r:id="rId58"/>
    <p:sldId id="306" r:id="rId59"/>
    <p:sldId id="307" r:id="rId60"/>
    <p:sldId id="308" r:id="rId61"/>
    <p:sldId id="309" r:id="rId62"/>
    <p:sldId id="310" r:id="rId63"/>
    <p:sldId id="311" r:id="rId64"/>
    <p:sldId id="312" r:id="rId65"/>
    <p:sldId id="313" r:id="rId66"/>
    <p:sldId id="314" r:id="rId67"/>
    <p:sldId id="315" r:id="rId68"/>
    <p:sldId id="316" r:id="rId69"/>
    <p:sldId id="317" r:id="rId70"/>
    <p:sldId id="318" r:id="rId71"/>
    <p:sldId id="319" r:id="rId72"/>
    <p:sldId id="320" r:id="rId73"/>
    <p:sldId id="321" r:id="rId74"/>
    <p:sldId id="322" r:id="rId75"/>
    <p:sldId id="323" r:id="rId76"/>
    <p:sldId id="324" r:id="rId77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547">
          <p15:clr>
            <a:srgbClr val="A4A3A4"/>
          </p15:clr>
        </p15:guide>
        <p15:guide id="4" orient="horz" pos="77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AC9AF0A-6FEA-4B71-B213-FBF42B605303}">
  <a:tblStyle styleId="{5AC9AF0A-6FEA-4B71-B213-FBF42B605303}" styleName="Table_0">
    <a:wholeTbl>
      <a:tcTxStyle b="off" i="off">
        <a:font>
          <a:latin typeface="SF Pro Text Light"/>
          <a:ea typeface="SF Pro Text Light"/>
          <a:cs typeface="SF Pro Text Light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F"/>
          </a:solidFill>
        </a:fill>
      </a:tcStyle>
    </a:wholeTbl>
    <a:band1H>
      <a:tcTxStyle/>
      <a:tcStyle>
        <a:fill>
          <a:solidFill>
            <a:srgbClr val="CAD5FF"/>
          </a:solidFill>
        </a:fill>
      </a:tcStyle>
    </a:band1H>
    <a:band2H>
      <a:tcTxStyle/>
    </a:band2H>
    <a:band1V>
      <a:tcTxStyle/>
      <a:tcStyle>
        <a:fill>
          <a:solidFill>
            <a:srgbClr val="CAD5FF"/>
          </a:solidFill>
        </a:fill>
      </a:tcStyle>
    </a:band1V>
    <a:band2V>
      <a:tcTxStyle/>
    </a:band2V>
    <a:la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SF Pro Text Light"/>
          <a:ea typeface="SF Pro Text Light"/>
          <a:cs typeface="SF Pro Text Light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  <p:guide pos="2547"/>
        <p:guide pos="777" orient="horz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36" Type="http://schemas.openxmlformats.org/officeDocument/2006/relationships/font" Target="fonts/Play-regular.fntdata"/><Relationship Id="rId37" Type="http://schemas.openxmlformats.org/officeDocument/2006/relationships/font" Target="fonts/Play-bold.fntdata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slide" Target="slides/slide65.xml"/><Relationship Id="rId74" Type="http://schemas.openxmlformats.org/officeDocument/2006/relationships/slide" Target="slides/slide66.xml"/><Relationship Id="rId75" Type="http://schemas.openxmlformats.org/officeDocument/2006/relationships/slide" Target="slides/slide67.xml"/><Relationship Id="rId76" Type="http://schemas.openxmlformats.org/officeDocument/2006/relationships/slide" Target="slides/slide68.xml"/><Relationship Id="rId77" Type="http://schemas.openxmlformats.org/officeDocument/2006/relationships/slide" Target="slides/slide6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Лиды (факт)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Sheet1!$A$2:$A$5</c:f>
              <c:strCache>
                <c:ptCount val="4"/>
                <c:pt idx="0">
                  <c:v>Поиск</c:v>
                </c:pt>
                <c:pt idx="1">
                  <c:v>Социальные сети</c:v>
                </c:pt>
                <c:pt idx="2">
                  <c:v>Партнёры</c:v>
                </c:pt>
                <c:pt idx="3">
                  <c:v>Электронная почта</c:v>
                </c:pt>
              </c:strCache>
            </c:strRef>
          </c:cat>
          <c:val>
            <c:numRef>
              <c:f>Sheet1!$B$2:$B$5</c:f>
              <c:numCache>
                <c:formatCode>#,##0</c:formatCode>
                <c:ptCount val="4"/>
                <c:pt idx="0">
                  <c:v>240.0</c:v>
                </c:pt>
                <c:pt idx="1">
                  <c:v>150.0</c:v>
                </c:pt>
                <c:pt idx="2">
                  <c:v>180.0</c:v>
                </c:pt>
                <c:pt idx="3">
                  <c:v>90.0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Лиды (цель)</c:v>
                </c:pt>
              </c:strCache>
            </c:strRef>
          </c:tx>
          <c:spPr>
            <a:solidFill>
              <a:srgbClr val="00E9FF"/>
            </a:solidFill>
          </c:spPr>
          <c:cat>
            <c:strRef>
              <c:f>Sheet1!$A$2:$A$5</c:f>
              <c:strCache>
                <c:ptCount val="4"/>
                <c:pt idx="0">
                  <c:v>Поиск</c:v>
                </c:pt>
                <c:pt idx="1">
                  <c:v>Социальные сети</c:v>
                </c:pt>
                <c:pt idx="2">
                  <c:v>Партнёры</c:v>
                </c:pt>
                <c:pt idx="3">
                  <c:v>Электронная почта</c:v>
                </c:pt>
              </c:strCache>
            </c:strRef>
          </c:cat>
          <c:val>
            <c:numRef>
              <c:f>Sheet1!$C$2:$C$5</c:f>
              <c:numCache>
                <c:formatCode>#,##0</c:formatCode>
                <c:ptCount val="4"/>
                <c:pt idx="0">
                  <c:v>220.0</c:v>
                </c:pt>
                <c:pt idx="1">
                  <c:v>180.0</c:v>
                </c:pt>
                <c:pt idx="2">
                  <c:v>160.0</c:v>
                </c:pt>
                <c:pt idx="3">
                  <c:v>80.0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Канал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Лиды (факт) · Лиды (цель)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>
              <a:solidFill>
                <a:srgbClr val="FFFFFF"/>
              </a:solidFill>
              <a:latin typeface="Play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Обращения</c:v>
                </c:pt>
              </c:strCache>
            </c:strRef>
          </c:tx>
          <c:dPt>
            <c:idx val="0"/>
            <c:spPr>
              <a:solidFill>
                <a:srgbClr val="0077FF"/>
              </a:solidFill>
            </c:spPr>
          </c:dPt>
          <c:dPt>
            <c:idx val="1"/>
            <c:spPr>
              <a:solidFill>
                <a:srgbClr val="00E9FF"/>
              </a:solidFill>
            </c:spPr>
          </c:dPt>
          <c:dPt>
            <c:idx val="2"/>
            <c:spPr>
              <a:solidFill>
                <a:srgbClr val="70C3FF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>
                      <a:solidFill>
                        <a:srgbClr val="000000"/>
                      </a:solidFill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Sheet1!$A$2:$A$4</c:f>
              <c:strCache>
                <c:ptCount val="3"/>
                <c:pt idx="0">
                  <c:v>Решено</c:v>
                </c:pt>
                <c:pt idx="1">
                  <c:v>В ожидании</c:v>
                </c:pt>
                <c:pt idx="2">
                  <c:v>На эскалации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620.0</c:v>
                </c:pt>
                <c:pt idx="1">
                  <c:v>250.0</c:v>
                </c:pt>
                <c:pt idx="2">
                  <c:v>130.0</c:v>
                </c:pt>
              </c:numCache>
            </c:numRef>
          </c:val>
        </c:ser>
        <c:dLbls>
          <c:txPr>
            <a:bodyPr/>
            <a:lstStyle/>
            <a:p>
              <a:pPr>
                <a:defRPr>
                  <a:solidFill>
                    <a:srgbClr val="FFFFFF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overlay val="0"/>
      <c:txPr>
        <a:bodyPr/>
        <a:lstStyle/>
        <a:p>
          <a:pPr>
            <a:defRPr sz="1400">
              <a:solidFill>
                <a:srgbClr val="FFFFFF"/>
              </a:solidFill>
              <a:latin typeface="Play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Число наблюдений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Sheet1!$A$2:$A$6</c:f>
              <c:strCache>
                <c:ptCount val="5"/>
                <c:pt idx="0">
                  <c:v>[18–33.4)</c:v>
                </c:pt>
                <c:pt idx="1">
                  <c:v>[33.4–48.8)</c:v>
                </c:pt>
                <c:pt idx="2">
                  <c:v>[48.8–64.2)</c:v>
                </c:pt>
                <c:pt idx="3">
                  <c:v>[64.2–79.6)</c:v>
                </c:pt>
                <c:pt idx="4">
                  <c:v>[79.6–95]</c:v>
                </c:pt>
              </c:strCache>
            </c:strRef>
          </c:cat>
          <c:val>
            <c:numRef>
              <c:f>Sheet1!$B$2:$B$6</c:f>
              <c:numCache>
                <c:formatCode>#,##0</c:formatCode>
                <c:ptCount val="5"/>
                <c:pt idx="0">
                  <c:v>24.0</c:v>
                </c:pt>
                <c:pt idx="1">
                  <c:v>0.0</c:v>
                </c:pt>
                <c:pt idx="2">
                  <c:v>0.0</c:v>
                </c:pt>
                <c:pt idx="3">
                  <c:v>0.0</c:v>
                </c:pt>
                <c:pt idx="4">
                  <c:v>1.0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Значение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Число наблюдений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>
              <a:solidFill>
                <a:srgbClr val="FFFFFF"/>
              </a:solidFill>
              <a:latin typeface="Play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Запросы</c:v>
                </c:pt>
              </c:strCache>
            </c:strRef>
          </c:tx>
          <c:spPr>
            <a:solidFill>
              <a:srgbClr val="0077FF"/>
            </a:solidFill>
          </c:spPr>
          <c:cat>
            <c:strRef>
              <c:f>Sheet1!$A$2:$A$4</c:f>
              <c:strCache>
                <c:ptCount val="3"/>
                <c:pt idx="0">
                  <c:v>Север</c:v>
                </c:pt>
                <c:pt idx="1">
                  <c:v>Центр</c:v>
                </c:pt>
                <c:pt idx="2">
                  <c:v>Юг</c:v>
                </c:pt>
              </c:strCache>
            </c:strRef>
          </c:cat>
          <c:val>
            <c:numRef>
              <c:f>Sheet1!$B$2:$B$4</c:f>
              <c:numCache>
                <c:formatCode>#,##0</c:formatCode>
                <c:ptCount val="3"/>
                <c:pt idx="0">
                  <c:v>120.0</c:v>
                </c:pt>
                <c:pt idx="1">
                  <c:v>95.0</c:v>
                </c:pt>
                <c:pt idx="2">
                  <c:v>75.0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Регион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Запросы, шт.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1400">
              <a:solidFill>
                <a:srgbClr val="FFFFFF"/>
              </a:solidFill>
              <a:latin typeface="Play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Выручка</c:v>
                </c:pt>
              </c:strCache>
            </c:strRef>
          </c:tx>
          <c:spPr>
            <a:solidFill>
              <a:srgbClr val="0077FF"/>
            </a:solidFill>
            <a:ln>
              <a:solidFill>
                <a:srgbClr val="0077FF"/>
              </a:solidFill>
            </a:ln>
          </c:spPr>
          <c:marker>
            <c:symbol val="none"/>
          </c:marker>
          <c:cat>
            <c:strRef>
              <c:f>Sheet1!$A$2:$A$7</c:f>
              <c:strCache>
                <c:ptCount val="6"/>
                <c:pt idx="0">
                  <c:v>2026-01</c:v>
                </c:pt>
                <c:pt idx="1">
                  <c:v>2026-02</c:v>
                </c:pt>
                <c:pt idx="2">
                  <c:v>2026-03</c:v>
                </c:pt>
                <c:pt idx="3">
                  <c:v>2026-04</c:v>
                </c:pt>
                <c:pt idx="4">
                  <c:v>2026-05</c:v>
                </c:pt>
                <c:pt idx="5">
                  <c:v>2026-06</c:v>
                </c:pt>
              </c:strCache>
            </c:strRef>
          </c:cat>
          <c:val>
            <c:numRef>
              <c:f>Sheet1!$B$2:$B$7</c:f>
              <c:numCache>
                <c:formatCode>#,##0</c:formatCode>
                <c:ptCount val="6"/>
                <c:pt idx="0">
                  <c:v>120000.0</c:v>
                </c:pt>
                <c:pt idx="1">
                  <c:v>126000.0</c:v>
                </c:pt>
                <c:pt idx="2">
                  <c:v>123000.0</c:v>
                </c:pt>
                <c:pt idx="3">
                  <c:v>135000.0</c:v>
                </c:pt>
                <c:pt idx="4">
                  <c:v>141000.0</c:v>
                </c:pt>
                <c:pt idx="5">
                  <c:v>156000.0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Период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 w="7620">
              <a:solidFill>
                <a:srgbClr val="0077FF"/>
              </a:solidFill>
            </a:ln>
          </c:spPr>
        </c:majorGridlines>
        <c:title>
          <c:tx>
            <c:rich>
              <a:bodyPr/>
              <a:lstStyle/>
              <a:p>
                <a:r>
                  <a:rPr>
                    <a:solidFill>
                      <a:srgbClr val="FFFFFF"/>
                    </a:solidFill>
                  </a:rPr>
                  <a:t>Выручка, USD</a:t>
                </a:r>
              </a:p>
            </c:rich>
          </c:tx>
          <c:layout/>
          <c:overlay val="0"/>
        </c:title>
        <c:numFmt formatCode="#,##0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FFFFF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400">
              <a:solidFill>
                <a:srgbClr val="FFFFFF"/>
              </a:solidFill>
              <a:latin typeface="Play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400">
          <a:solidFill>
            <a:srgbClr val="FFFFFF"/>
          </a:solidFill>
          <a:latin typeface="Play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ru-RU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Добро пожаловать. Сегодня мы показываем, как работает прототип на учебных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category_comparison.csv · 4 исходных строк. Расчёт: max(actual_leads) = 240; совпадений максимума: 1; без суммирования категорий. Сопоставление рядов внутри каждой категории; значения не суммировались.. Данные: 0f3664992f7f3ba37fb32ad060f098bdad697af085c9f3c4fd2d9aaf5d20e064; SHA-256: 1b8306279ba7a59d13cf3e1ace73ff0665a4cb9a20cb8159d9fadffa983cad5d.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category_shares.json · 3 исходных строк. Расчёт: 620 / 1000 × 100 = 62.00% (округлено до 2 знаков); знаменатель — сумма показанных значений.. Данные: 46d12a475c2e6a7916a2af73f3d4bde93bab9c14f6e1af9c32eaa269ff4f8034; SHA-256: 958e61881f379dba570806f1f0dbe558403f12b47404963ee94b5ca66175a760.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distribution.csv · 25 исходных строк. Расчёт: min(value) = 18; max(value) = 95; n = 25. Freedman–Diaconis, ограничение читаемости min(8, ceil(sqrt(n))); 5 равных интервалов; подписи границ до 4 значащих цифр, при совпадении — полная точность; сумма частот = 25; n = 25.. Данные: 84b11d9a0857b181fc55a3e3ebc961f5340eb0be37af16fcaf5ce2d32c8b91c7; SHA-256: fb86dcad3232d0f8dc5ab8eecc4c4276fb9303665b827b6d5f365b6f3e4aa793.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embedded_table.md · # Regional service snapshot · Source: synthetic test data. Units: requests and resolved requests, counts for April 2026. · 3 исходных строк. Расчёт: max(Requests) = 120; совпадений максимума: 1; без суммирования категорий.. Данные: 735bdc5cb146877cadeab47f182744b1157e011833283fe3cc40b7f68003efc3; SHA-256: 4bda1b7852b68289daae9a5b85b93818aa2b298f8a185697ed2864d929ba241a.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missing_zero.csv · 4 исходных строк. Расчёт: Постраничный показ исходных строк; 4 строк всего; без агрегации.. Данные: 9f0ba4567b42cf421c1d6ee0bc54b9dcdf61f99f3bb55bea1e86103d08339142; SHA-256: d9939d5f76ca2a726e94d4829a4445559226171c3ffc50b9390a8489591773d0.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Количество строк источника; значения не агрегировались..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time_series.xlsx · лист «Monthly revenue» · 6 исходных строк. Расчёт: revenue_usd: последнее − первое = 156000 − 120000 = +36000; без агрегации. Относительное изменение = (+36000) / 120000 × 100 = +30.00%.. Данные: b721d5d52b33eba845062116b253a2e43014c2db40da3f5b25967306e9b782a4; SHA-256: f182812cd77a6e7ca2d2881c980b5bc070a9c67d5f6f210226bc92a785fed4c0.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Основной принцип работы прототипа — прозрачность и честность в отношении источника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После демонстрации нам нужна ваша обратная связь для планирования следующих этапов.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Спасибо за время. Открыты для вопросов.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3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Источник: reference_201.csv · 201 исходных строк. Расчёт: Постраничный показ исходных строк; 201 строк всего; без агрегации.. Данные: 932bf86d79d94feaa5e3721d8c7ef59a8cf837def8a4f4a5352ba4663c0de5df; SHA-256: eefc817c18e71a423646b90e74ba4a348dfdd158b59fa2eb731a59e610e7884b.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4.png"/><Relationship Id="rId5" Type="http://schemas.openxmlformats.org/officeDocument/2006/relationships/image" Target="../media/image8.png"/><Relationship Id="rId6" Type="http://schemas.openxmlformats.org/officeDocument/2006/relationships/image" Target="../media/image7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6.png"/><Relationship Id="rId4" Type="http://schemas.openxmlformats.org/officeDocument/2006/relationships/image" Target="../media/image5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11.png"/><Relationship Id="rId4" Type="http://schemas.openxmlformats.org/officeDocument/2006/relationships/image" Target="../media/image4.png"/><Relationship Id="rId5" Type="http://schemas.openxmlformats.org/officeDocument/2006/relationships/image" Target="../media/image7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4.png"/><Relationship Id="rId3" Type="http://schemas.openxmlformats.org/officeDocument/2006/relationships/image" Target="../media/image4.png"/><Relationship Id="rId4" Type="http://schemas.openxmlformats.org/officeDocument/2006/relationships/image" Target="../media/image12.png"/><Relationship Id="rId5" Type="http://schemas.openxmlformats.org/officeDocument/2006/relationships/image" Target="../media/image7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5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3.png"/><Relationship Id="rId3" Type="http://schemas.openxmlformats.org/officeDocument/2006/relationships/image" Target="../media/image23.png"/><Relationship Id="rId4" Type="http://schemas.openxmlformats.org/officeDocument/2006/relationships/image" Target="../media/image7.png"/><Relationship Id="rId5" Type="http://schemas.openxmlformats.org/officeDocument/2006/relationships/image" Target="../media/image4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9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png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7_Титульный слайд">
  <p:cSld name="7_Титульный слайд">
    <p:bg>
      <p:bgPr>
        <a:solidFill>
          <a:schemeClr val="dk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5" name="Google Shape;55;p2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56" name="Google Shape;56;p2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7" name="Google Shape;57;p2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8" name="Google Shape;58;p2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9" name="Google Shape;59;p2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0" name="Google Shape;60;p2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1" name="Google Shape;61;p2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2" name="Google Shape;62;p2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3" name="Google Shape;63;p2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4" name="Google Shape;64;p2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5" name="Google Shape;65;p2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6" name="Google Shape;66;p2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7" name="Google Shape;67;p2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8" name="Google Shape;68;p2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69" name="Google Shape;69;p2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0" name="Google Shape;70;p2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1" name="Google Shape;71;p2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2" name="Google Shape;72;p2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3" name="Google Shape;73;p2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74" name="Google Shape;74;p2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75" name="Google Shape;75;p2"/>
          <p:cNvSpPr txBox="1"/>
          <p:nvPr>
            <p:ph type="title"/>
          </p:nvPr>
        </p:nvSpPr>
        <p:spPr>
          <a:xfrm>
            <a:off x="429253" y="25462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6" name="Google Shape;76;p2"/>
          <p:cNvGrpSpPr/>
          <p:nvPr/>
        </p:nvGrpSpPr>
        <p:grpSpPr>
          <a:xfrm>
            <a:off x="1" y="6350"/>
            <a:ext cx="12192792" cy="6851649"/>
            <a:chOff x="0" y="6350"/>
            <a:chExt cx="24396891" cy="13709651"/>
          </a:xfrm>
        </p:grpSpPr>
        <p:pic>
          <p:nvPicPr>
            <p:cNvPr id="77" name="Google Shape;77;p2"/>
            <p:cNvPicPr preferRelativeResize="0"/>
            <p:nvPr/>
          </p:nvPicPr>
          <p:blipFill rotWithShape="1">
            <a:blip r:embed="rId2">
              <a:alphaModFix/>
            </a:blip>
            <a:srcRect b="0" l="0" r="50023" t="80662"/>
            <a:stretch/>
          </p:blipFill>
          <p:spPr>
            <a:xfrm>
              <a:off x="1587" y="11064874"/>
              <a:ext cx="12192000" cy="2651125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78" name="Google Shape;78;p2"/>
            <p:cNvSpPr/>
            <p:nvPr/>
          </p:nvSpPr>
          <p:spPr>
            <a:xfrm>
              <a:off x="0" y="10657492"/>
              <a:ext cx="8335061" cy="3058509"/>
            </a:xfrm>
            <a:prstGeom prst="rect">
              <a:avLst/>
            </a:prstGeom>
            <a:solidFill>
              <a:srgbClr val="00000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79" name="Google Shape;79;p2"/>
            <p:cNvPicPr preferRelativeResize="0"/>
            <p:nvPr/>
          </p:nvPicPr>
          <p:blipFill rotWithShape="1">
            <a:blip r:embed="rId2">
              <a:alphaModFix/>
            </a:blip>
            <a:srcRect b="0" l="52729" r="0" t="82751"/>
            <a:stretch/>
          </p:blipFill>
          <p:spPr>
            <a:xfrm>
              <a:off x="12853797" y="11351172"/>
              <a:ext cx="11531791" cy="236482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0" name="Google Shape;80;p2"/>
            <p:cNvPicPr preferRelativeResize="0"/>
            <p:nvPr/>
          </p:nvPicPr>
          <p:blipFill rotWithShape="1">
            <a:blip r:embed="rId2">
              <a:alphaModFix/>
            </a:blip>
            <a:srcRect b="76357" l="52729" r="0" t="0"/>
            <a:stretch/>
          </p:blipFill>
          <p:spPr>
            <a:xfrm>
              <a:off x="12865099" y="6350"/>
              <a:ext cx="11531792" cy="324134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81" name="Google Shape;81;p2"/>
            <p:cNvPicPr preferRelativeResize="0"/>
            <p:nvPr/>
          </p:nvPicPr>
          <p:blipFill rotWithShape="1">
            <a:blip r:embed="rId2">
              <a:alphaModFix/>
            </a:blip>
            <a:srcRect b="69917" l="0" r="47271" t="0"/>
            <a:stretch/>
          </p:blipFill>
          <p:spPr>
            <a:xfrm>
              <a:off x="1587" y="6350"/>
              <a:ext cx="12863512" cy="4124216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82" name="Google Shape;82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83" name="Google Shape;83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9_Титульный слайд">
  <p:cSld name="9_Титульный слайд">
    <p:bg>
      <p:bgPr>
        <a:solidFill>
          <a:schemeClr val="dk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3"/>
          <p:cNvPicPr preferRelativeResize="0"/>
          <p:nvPr/>
        </p:nvPicPr>
        <p:blipFill rotWithShape="1">
          <a:blip r:embed="rId2">
            <a:alphaModFix/>
          </a:blip>
          <a:srcRect b="-1" l="0" r="50023" t="66636"/>
          <a:stretch/>
        </p:blipFill>
        <p:spPr>
          <a:xfrm>
            <a:off x="794" y="4572000"/>
            <a:ext cx="6093175" cy="228599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3"/>
          <p:cNvSpPr/>
          <p:nvPr/>
        </p:nvSpPr>
        <p:spPr>
          <a:xfrm>
            <a:off x="1" y="5747081"/>
            <a:ext cx="4487332" cy="111091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745067" y="6160788"/>
            <a:ext cx="4487332" cy="69721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8" name="Google Shape;88;p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89" name="Google Shape;89;p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0" name="Google Shape;90;p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1" name="Google Shape;91;p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2" name="Google Shape;92;p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3" name="Google Shape;93;p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4" name="Google Shape;94;p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5" name="Google Shape;95;p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6" name="Google Shape;96;p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7" name="Google Shape;97;p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8" name="Google Shape;98;p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99" name="Google Shape;99;p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0" name="Google Shape;100;p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1" name="Google Shape;101;p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2" name="Google Shape;102;p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3" name="Google Shape;103;p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4" name="Google Shape;104;p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5" name="Google Shape;105;p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6" name="Google Shape;106;p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07" name="Google Shape;107;p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08" name="Google Shape;108;p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09" name="Google Shape;109;p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3"/>
          <p:cNvSpPr/>
          <p:nvPr/>
        </p:nvSpPr>
        <p:spPr>
          <a:xfrm>
            <a:off x="4487333" y="4377664"/>
            <a:ext cx="1608667" cy="2480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12" name="Google Shape;11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9_Заголовок">
  <p:cSld name="19_Заголовок">
    <p:bg>
      <p:bgPr>
        <a:solidFill>
          <a:schemeClr val="dk1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14" name="Google Shape;114;p4"/>
          <p:cNvPicPr preferRelativeResize="0"/>
          <p:nvPr/>
        </p:nvPicPr>
        <p:blipFill rotWithShape="1">
          <a:blip r:embed="rId2">
            <a:alphaModFix/>
          </a:blip>
          <a:srcRect b="0" l="0" r="61122" t="0"/>
          <a:stretch/>
        </p:blipFill>
        <p:spPr>
          <a:xfrm>
            <a:off x="0" y="0"/>
            <a:ext cx="4739951" cy="6857143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16" name="Google Shape;11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8_Титульный слайд">
  <p:cSld name="18_Титульный слайд">
    <p:bg>
      <p:bgPr>
        <a:solidFill>
          <a:schemeClr val="dk1"/>
        </a:solid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8" name="Google Shape;118;p5"/>
          <p:cNvPicPr preferRelativeResize="0"/>
          <p:nvPr/>
        </p:nvPicPr>
        <p:blipFill rotWithShape="1">
          <a:blip r:embed="rId2">
            <a:alphaModFix/>
          </a:blip>
          <a:srcRect b="2847" l="52053" r="0" t="90954"/>
          <a:stretch/>
        </p:blipFill>
        <p:spPr>
          <a:xfrm flipH="1">
            <a:off x="-2" y="6433309"/>
            <a:ext cx="5845629" cy="42469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5"/>
          <p:cNvPicPr preferRelativeResize="0"/>
          <p:nvPr/>
        </p:nvPicPr>
        <p:blipFill rotWithShape="1">
          <a:blip r:embed="rId3">
            <a:alphaModFix/>
          </a:blip>
          <a:srcRect b="0" l="0" r="26515" t="13089"/>
          <a:stretch/>
        </p:blipFill>
        <p:spPr>
          <a:xfrm rot="10800000">
            <a:off x="-1" y="1831974"/>
            <a:ext cx="4249647" cy="50260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21" name="Google Shape;121;p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2" name="Google Shape;122;p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3" name="Google Shape;123;p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4" name="Google Shape;124;p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5" name="Google Shape;125;p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6" name="Google Shape;126;p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7" name="Google Shape;127;p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8" name="Google Shape;128;p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29" name="Google Shape;129;p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0" name="Google Shape;130;p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1" name="Google Shape;131;p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2" name="Google Shape;132;p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3" name="Google Shape;133;p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4" name="Google Shape;134;p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5" name="Google Shape;135;p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6" name="Google Shape;136;p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7" name="Google Shape;137;p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8" name="Google Shape;138;p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39" name="Google Shape;139;p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40" name="Google Shape;140;p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2" name="Google Shape;142;p5"/>
          <p:cNvPicPr preferRelativeResize="0"/>
          <p:nvPr/>
        </p:nvPicPr>
        <p:blipFill rotWithShape="1">
          <a:blip r:embed="rId5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5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5" name="Google Shape;145;p5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146" name="Google Shape;146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5_Титульный слайд">
  <p:cSld name="15_Титульный слайд">
    <p:bg>
      <p:bgPr>
        <a:solidFill>
          <a:schemeClr val="dk1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148" name="Google Shape;1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6393786"/>
            <a:ext cx="4655279" cy="4642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49" name="Google Shape;149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1600" y="0"/>
            <a:ext cx="1760400" cy="243127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50" name="Google Shape;150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331498" y="6290333"/>
            <a:ext cx="2860502" cy="56766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51" name="Google Shape;151;p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52" name="Google Shape;152;p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3" name="Google Shape;153;p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4" name="Google Shape;154;p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5" name="Google Shape;155;p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6" name="Google Shape;156;p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7" name="Google Shape;157;p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8" name="Google Shape;158;p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9" name="Google Shape;159;p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0" name="Google Shape;160;p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1" name="Google Shape;161;p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2" name="Google Shape;162;p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3" name="Google Shape;163;p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4" name="Google Shape;164;p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5" name="Google Shape;165;p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6" name="Google Shape;166;p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7" name="Google Shape;167;p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8" name="Google Shape;168;p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9" name="Google Shape;169;p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0" name="Google Shape;170;p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71" name="Google Shape;171;p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72" name="Google Shape;172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73" name="Google Shape;173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3_Титульный слайд">
  <p:cSld name="13_Титульный слайд">
    <p:bg>
      <p:bgPr>
        <a:solidFill>
          <a:schemeClr val="dk1"/>
        </a:solidFill>
      </p:bgPr>
    </p:bg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7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176" name="Google Shape;176;p7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7" name="Google Shape;177;p7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8" name="Google Shape;178;p7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9" name="Google Shape;179;p7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0" name="Google Shape;180;p7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1" name="Google Shape;181;p7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2" name="Google Shape;182;p7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3" name="Google Shape;183;p7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4" name="Google Shape;184;p7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5" name="Google Shape;185;p7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6" name="Google Shape;186;p7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7" name="Google Shape;187;p7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8" name="Google Shape;188;p7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9" name="Google Shape;189;p7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0" name="Google Shape;190;p7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1" name="Google Shape;191;p7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2" name="Google Shape;192;p7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3" name="Google Shape;193;p7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4" name="Google Shape;194;p7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195" name="Google Shape;195;p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96" name="Google Shape;196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197" name="Google Shape;197;p7"/>
          <p:cNvPicPr preferRelativeResize="0"/>
          <p:nvPr/>
        </p:nvPicPr>
        <p:blipFill rotWithShape="1">
          <a:blip r:embed="rId3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198" name="Google Shape;198;p7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7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 " id="201" name="Google Shape;20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8_Заголовок">
  <p:cSld name="8_Заголовок">
    <p:bg>
      <p:bgPr>
        <a:solidFill>
          <a:schemeClr val="dk1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8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 flipH="1">
            <a:off x="2907772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8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 flipH="1">
            <a:off x="5862319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06" name="Google Shape;206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07" name="Google Shape;207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Титульный слайд">
  <p:cSld name="17_Титульный слайд">
    <p:bg>
      <p:bgPr>
        <a:solidFill>
          <a:schemeClr val="dk1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9" name="Google Shape;209;p9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10" name="Google Shape;210;p9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1" name="Google Shape;211;p9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2" name="Google Shape;212;p9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3" name="Google Shape;213;p9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4" name="Google Shape;214;p9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5" name="Google Shape;215;p9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6" name="Google Shape;216;p9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7" name="Google Shape;217;p9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8" name="Google Shape;218;p9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9" name="Google Shape;219;p9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0" name="Google Shape;220;p9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1" name="Google Shape;221;p9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2" name="Google Shape;222;p9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3" name="Google Shape;223;p9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4" name="Google Shape;224;p9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5" name="Google Shape;225;p9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6" name="Google Shape;226;p9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7" name="Google Shape;227;p9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8" name="Google Shape;228;p9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29" name="Google Shape;229;p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30" name="Google Shape;230;p9"/>
          <p:cNvPicPr preferRelativeResize="0"/>
          <p:nvPr/>
        </p:nvPicPr>
        <p:blipFill rotWithShape="1">
          <a:blip r:embed="rId2">
            <a:alphaModFix/>
          </a:blip>
          <a:srcRect b="86725" l="0" r="72339" t="0"/>
          <a:stretch/>
        </p:blipFill>
        <p:spPr>
          <a:xfrm flipH="1">
            <a:off x="8819540" y="0"/>
            <a:ext cx="3372437" cy="91026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9"/>
          <p:cNvSpPr/>
          <p:nvPr/>
        </p:nvSpPr>
        <p:spPr>
          <a:xfrm>
            <a:off x="8613058" y="322621"/>
            <a:ext cx="1407652" cy="587648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9"/>
          <p:cNvSpPr/>
          <p:nvPr/>
        </p:nvSpPr>
        <p:spPr>
          <a:xfrm>
            <a:off x="10858521" y="0"/>
            <a:ext cx="1049981" cy="2613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3" name="Google Shape;233;p9"/>
          <p:cNvSpPr/>
          <p:nvPr/>
        </p:nvSpPr>
        <p:spPr>
          <a:xfrm>
            <a:off x="10760947" y="616445"/>
            <a:ext cx="582556" cy="33865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4_Титульный слайд">
  <p:cSld name="14_Титульный слайд">
    <p:bg>
      <p:bgPr>
        <a:solidFill>
          <a:schemeClr val="dk1"/>
        </a:solidFill>
      </p:bgPr>
    </p:bg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35" name="Google Shape;235;p1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6096000" y="5844358"/>
            <a:ext cx="6096000" cy="101364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36" name="Google Shape;236;p10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37" name="Google Shape;237;p10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8" name="Google Shape;238;p10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9" name="Google Shape;239;p10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0" name="Google Shape;240;p10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1" name="Google Shape;241;p10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2" name="Google Shape;242;p10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3" name="Google Shape;243;p10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4" name="Google Shape;244;p10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5" name="Google Shape;245;p10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6" name="Google Shape;246;p10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7" name="Google Shape;247;p10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8" name="Google Shape;248;p10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9" name="Google Shape;249;p10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0" name="Google Shape;250;p10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1" name="Google Shape;251;p10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2" name="Google Shape;252;p10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3" name="Google Shape;253;p10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4" name="Google Shape;254;p10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5" name="Google Shape;255;p10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56" name="Google Shape;256;p1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7" name="Google Shape;257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8" name="Google Shape;258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66292" y="0"/>
            <a:ext cx="1325708" cy="37239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59" name="Google Shape;259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Заголовок">
  <p:cSld name="11_Заголовок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Google Shape;261;p1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1"/>
          <p:cNvSpPr txBox="1"/>
          <p:nvPr>
            <p:ph type="title"/>
          </p:nvPr>
        </p:nvSpPr>
        <p:spPr>
          <a:xfrm>
            <a:off x="429253" y="424691"/>
            <a:ext cx="11354760" cy="767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63" name="Google Shape;263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64" name="Google Shape;264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7_Заголовок">
  <p:cSld name="17_Заголовок">
    <p:bg>
      <p:bgPr>
        <a:solidFill>
          <a:schemeClr val="dk1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12"/>
          <p:cNvPicPr preferRelativeResize="0"/>
          <p:nvPr/>
        </p:nvPicPr>
        <p:blipFill rotWithShape="1">
          <a:blip r:embed="rId2">
            <a:alphaModFix/>
          </a:blip>
          <a:srcRect b="25668" l="13456" r="0" t="10446"/>
          <a:stretch/>
        </p:blipFill>
        <p:spPr>
          <a:xfrm>
            <a:off x="-1" y="-1"/>
            <a:ext cx="9284228" cy="6858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7" name="Google Shape;267;p12"/>
          <p:cNvPicPr preferRelativeResize="0"/>
          <p:nvPr/>
        </p:nvPicPr>
        <p:blipFill rotWithShape="1">
          <a:blip r:embed="rId3">
            <a:alphaModFix/>
          </a:blip>
          <a:srcRect b="8691" l="36156" r="0" t="22176"/>
          <a:stretch/>
        </p:blipFill>
        <p:spPr>
          <a:xfrm>
            <a:off x="-1" y="-2"/>
            <a:ext cx="6329681" cy="6863317"/>
          </a:xfrm>
          <a:prstGeom prst="rect">
            <a:avLst/>
          </a:prstGeom>
          <a:noFill/>
          <a:ln>
            <a:noFill/>
          </a:ln>
        </p:spPr>
      </p:pic>
      <p:sp>
        <p:nvSpPr>
          <p:cNvPr id="268" name="Google Shape;268;p1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269" name="Google Shape;26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1_Титульный слайд">
  <p:cSld name="11_Титульный слайд">
    <p:bg>
      <p:bgPr>
        <a:solidFill>
          <a:schemeClr val="dk1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3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73" name="Google Shape;273;p13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4" name="Google Shape;274;p13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5" name="Google Shape;275;p13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6" name="Google Shape;276;p13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7" name="Google Shape;277;p13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8" name="Google Shape;278;p13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9" name="Google Shape;279;p13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0" name="Google Shape;280;p13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1" name="Google Shape;281;p13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2" name="Google Shape;282;p13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3" name="Google Shape;283;p13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4" name="Google Shape;284;p13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5" name="Google Shape;285;p13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6" name="Google Shape;286;p13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7" name="Google Shape;287;p13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8" name="Google Shape;288;p13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9" name="Google Shape;289;p13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0" name="Google Shape;290;p13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1" name="Google Shape;291;p13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292" name="Google Shape;292;p13"/>
          <p:cNvSpPr txBox="1"/>
          <p:nvPr>
            <p:ph type="title"/>
          </p:nvPr>
        </p:nvSpPr>
        <p:spPr>
          <a:xfrm>
            <a:off x="429254" y="1609196"/>
            <a:ext cx="480314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93" name="Google Shape;293;p13"/>
          <p:cNvPicPr preferRelativeResize="0"/>
          <p:nvPr/>
        </p:nvPicPr>
        <p:blipFill rotWithShape="1">
          <a:blip r:embed="rId2">
            <a:alphaModFix/>
          </a:blip>
          <a:srcRect b="77450" l="52729" r="0" t="17827"/>
          <a:stretch/>
        </p:blipFill>
        <p:spPr>
          <a:xfrm flipH="1">
            <a:off x="0" y="0"/>
            <a:ext cx="5763224" cy="3235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295" name="Google Shape;2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6_Титульный слайд">
  <p:cSld name="16_Титульный слайд">
    <p:bg>
      <p:bgPr>
        <a:solidFill>
          <a:schemeClr val="dk1"/>
        </a:solidFill>
      </p:bgPr>
    </p:bg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297" name="Google Shape;297;p14"/>
          <p:cNvPicPr preferRelativeResize="0"/>
          <p:nvPr/>
        </p:nvPicPr>
        <p:blipFill rotWithShape="1">
          <a:blip r:embed="rId2">
            <a:alphaModFix/>
          </a:blip>
          <a:srcRect b="0" l="20444" r="24824" t="0"/>
          <a:stretch/>
        </p:blipFill>
        <p:spPr>
          <a:xfrm>
            <a:off x="5519099" y="0"/>
            <a:ext cx="6672901" cy="685713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8" name="Google Shape;298;p14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299" name="Google Shape;299;p14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0" name="Google Shape;300;p14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1" name="Google Shape;301;p14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2" name="Google Shape;302;p14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3" name="Google Shape;303;p14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4" name="Google Shape;304;p14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5" name="Google Shape;305;p14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6" name="Google Shape;306;p14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7" name="Google Shape;307;p14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8" name="Google Shape;308;p14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9" name="Google Shape;309;p14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0" name="Google Shape;310;p14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1" name="Google Shape;311;p14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2" name="Google Shape;312;p14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3" name="Google Shape;313;p14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4" name="Google Shape;314;p14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5" name="Google Shape;315;p14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6" name="Google Shape;316;p14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7" name="Google Shape;317;p14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18" name="Google Shape;318;p14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descr=" " id="319" name="Google Shape;319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14"/>
          <p:cNvSpPr/>
          <p:nvPr/>
        </p:nvSpPr>
        <p:spPr>
          <a:xfrm>
            <a:off x="5404757" y="4555671"/>
            <a:ext cx="1926772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8490856" y="53721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498771" y="342900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7903028" y="32658"/>
            <a:ext cx="767443" cy="58782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323114" y="930729"/>
            <a:ext cx="1175657" cy="97333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5" name="Google Shape;325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98723" y="6035040"/>
            <a:ext cx="2653844" cy="4181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2_Титульный слайд">
  <p:cSld name="12_Титульный слайд">
    <p:bg>
      <p:bgPr>
        <a:solidFill>
          <a:schemeClr val="dk1"/>
        </a:solidFill>
      </p:bgPr>
    </p:bg>
    <p:spTree>
      <p:nvGrpSpPr>
        <p:cNvPr id="326" name="Shape 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 " id="327" name="Google Shape;327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1979" cy="6857131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15"/>
          <p:cNvSpPr/>
          <p:nvPr/>
        </p:nvSpPr>
        <p:spPr>
          <a:xfrm>
            <a:off x="0" y="4499104"/>
            <a:ext cx="6792686" cy="1661684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15"/>
          <p:cNvSpPr/>
          <p:nvPr/>
        </p:nvSpPr>
        <p:spPr>
          <a:xfrm>
            <a:off x="1" y="5501389"/>
            <a:ext cx="4811842" cy="135660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30" name="Google Shape;330;p15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31" name="Google Shape;331;p15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2" name="Google Shape;332;p15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3" name="Google Shape;333;p15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4" name="Google Shape;334;p15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5" name="Google Shape;335;p15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6" name="Google Shape;336;p15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7" name="Google Shape;337;p15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8" name="Google Shape;338;p15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39" name="Google Shape;339;p15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0" name="Google Shape;340;p15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1" name="Google Shape;341;p15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2" name="Google Shape;342;p15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3" name="Google Shape;343;p15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4" name="Google Shape;344;p15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5" name="Google Shape;345;p15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6" name="Google Shape;346;p15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7" name="Google Shape;347;p15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8" name="Google Shape;348;p15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49" name="Google Shape;349;p15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50" name="Google Shape;350;p15"/>
          <p:cNvSpPr txBox="1"/>
          <p:nvPr>
            <p:ph type="title"/>
          </p:nvPr>
        </p:nvSpPr>
        <p:spPr>
          <a:xfrm>
            <a:off x="429253" y="2291422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"/>
              <a:buNone/>
              <a:defRPr b="0" i="0" sz="5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51" name="Google Shape;351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8723" y="5895936"/>
            <a:ext cx="3536690" cy="55725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52" name="Google Shape;352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58522" y="6160788"/>
            <a:ext cx="934755" cy="29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0_Титульный слайд">
  <p:cSld name="10_Титульный слайд">
    <p:bg>
      <p:bgPr>
        <a:solidFill>
          <a:schemeClr val="dk1"/>
        </a:solid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4" name="Google Shape;354;p16"/>
          <p:cNvGrpSpPr/>
          <p:nvPr/>
        </p:nvGrpSpPr>
        <p:grpSpPr>
          <a:xfrm>
            <a:off x="224842" y="-74145"/>
            <a:ext cx="12188171" cy="64326"/>
            <a:chOff x="-2" y="-2"/>
            <a:chExt cx="12188169" cy="64324"/>
          </a:xfrm>
        </p:grpSpPr>
        <p:cxnSp>
          <p:nvCxnSpPr>
            <p:cNvPr id="355" name="Google Shape;355;p16"/>
            <p:cNvCxnSpPr/>
            <p:nvPr/>
          </p:nvCxnSpPr>
          <p:spPr>
            <a:xfrm flipH="1">
              <a:off x="-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6" name="Google Shape;356;p16"/>
            <p:cNvCxnSpPr/>
            <p:nvPr/>
          </p:nvCxnSpPr>
          <p:spPr>
            <a:xfrm>
              <a:off x="67711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7" name="Google Shape;357;p16"/>
            <p:cNvCxnSpPr/>
            <p:nvPr/>
          </p:nvCxnSpPr>
          <p:spPr>
            <a:xfrm>
              <a:off x="1354241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8" name="Google Shape;358;p16"/>
            <p:cNvCxnSpPr/>
            <p:nvPr/>
          </p:nvCxnSpPr>
          <p:spPr>
            <a:xfrm>
              <a:off x="20313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9" name="Google Shape;359;p16"/>
            <p:cNvCxnSpPr/>
            <p:nvPr/>
          </p:nvCxnSpPr>
          <p:spPr>
            <a:xfrm>
              <a:off x="2708479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0" name="Google Shape;360;p16"/>
            <p:cNvCxnSpPr/>
            <p:nvPr/>
          </p:nvCxnSpPr>
          <p:spPr>
            <a:xfrm>
              <a:off x="3385598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1" name="Google Shape;361;p16"/>
            <p:cNvCxnSpPr/>
            <p:nvPr/>
          </p:nvCxnSpPr>
          <p:spPr>
            <a:xfrm>
              <a:off x="406271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2" name="Google Shape;362;p16"/>
            <p:cNvCxnSpPr/>
            <p:nvPr/>
          </p:nvCxnSpPr>
          <p:spPr>
            <a:xfrm>
              <a:off x="4739836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3" name="Google Shape;363;p16"/>
            <p:cNvCxnSpPr/>
            <p:nvPr/>
          </p:nvCxnSpPr>
          <p:spPr>
            <a:xfrm>
              <a:off x="541695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4" name="Google Shape;364;p16"/>
            <p:cNvCxnSpPr/>
            <p:nvPr/>
          </p:nvCxnSpPr>
          <p:spPr>
            <a:xfrm>
              <a:off x="6094077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5" name="Google Shape;365;p16"/>
            <p:cNvCxnSpPr/>
            <p:nvPr/>
          </p:nvCxnSpPr>
          <p:spPr>
            <a:xfrm>
              <a:off x="677119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6" name="Google Shape;366;p16"/>
            <p:cNvCxnSpPr/>
            <p:nvPr/>
          </p:nvCxnSpPr>
          <p:spPr>
            <a:xfrm>
              <a:off x="744831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7" name="Google Shape;367;p16"/>
            <p:cNvCxnSpPr/>
            <p:nvPr/>
          </p:nvCxnSpPr>
          <p:spPr>
            <a:xfrm>
              <a:off x="8125435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8" name="Google Shape;368;p16"/>
            <p:cNvCxnSpPr/>
            <p:nvPr/>
          </p:nvCxnSpPr>
          <p:spPr>
            <a:xfrm>
              <a:off x="880255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9" name="Google Shape;369;p16"/>
            <p:cNvCxnSpPr/>
            <p:nvPr/>
          </p:nvCxnSpPr>
          <p:spPr>
            <a:xfrm>
              <a:off x="9479673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0" name="Google Shape;370;p16"/>
            <p:cNvCxnSpPr/>
            <p:nvPr/>
          </p:nvCxnSpPr>
          <p:spPr>
            <a:xfrm>
              <a:off x="10156792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1" name="Google Shape;371;p16"/>
            <p:cNvCxnSpPr/>
            <p:nvPr/>
          </p:nvCxnSpPr>
          <p:spPr>
            <a:xfrm>
              <a:off x="1083391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2" name="Google Shape;372;p16"/>
            <p:cNvCxnSpPr/>
            <p:nvPr/>
          </p:nvCxnSpPr>
          <p:spPr>
            <a:xfrm>
              <a:off x="11511034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3" name="Google Shape;373;p16"/>
            <p:cNvCxnSpPr/>
            <p:nvPr/>
          </p:nvCxnSpPr>
          <p:spPr>
            <a:xfrm>
              <a:off x="12188160" y="-2"/>
              <a:ext cx="7" cy="64324"/>
            </a:xfrm>
            <a:prstGeom prst="straightConnector1">
              <a:avLst/>
            </a:prstGeom>
            <a:noFill/>
            <a:ln cap="flat" cmpd="sng" w="9525">
              <a:solidFill>
                <a:srgbClr val="808080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sp>
        <p:nvSpPr>
          <p:cNvPr id="374" name="Google Shape;374;p16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  <a:defRPr b="0" i="0" sz="36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5" name="Google Shape;375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398723" y="6160516"/>
            <a:ext cx="1857481" cy="29267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 " id="376" name="Google Shape;37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type="title"/>
          </p:nvPr>
        </p:nvSpPr>
        <p:spPr>
          <a:xfrm>
            <a:off x="427866" y="662333"/>
            <a:ext cx="10855854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b="0" i="0" sz="3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/>
          <p:nvPr>
            <p:ph idx="1" type="body"/>
          </p:nvPr>
        </p:nvSpPr>
        <p:spPr>
          <a:xfrm>
            <a:off x="658813" y="1773239"/>
            <a:ext cx="10855852" cy="439261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286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Play"/>
                <a:ea typeface="Play"/>
                <a:cs typeface="Play"/>
                <a:sym typeface="Play"/>
              </a:defRPr>
            </a:lvl1pPr>
            <a:lvl2pPr indent="-3175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2pPr>
            <a:lvl3pPr indent="-3048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b="0" i="0" sz="12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3pPr>
            <a:lvl4pPr indent="-295275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Arial"/>
              <a:buChar char="•"/>
              <a:defRPr b="0" i="0" sz="105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11" type="ftr"/>
          </p:nvPr>
        </p:nvSpPr>
        <p:spPr>
          <a:xfrm>
            <a:off x="671513" y="167981"/>
            <a:ext cx="10874375" cy="241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rgbClr val="A6A6A6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grpSp>
        <p:nvGrpSpPr>
          <p:cNvPr id="13" name="Google Shape;13;p1"/>
          <p:cNvGrpSpPr/>
          <p:nvPr/>
        </p:nvGrpSpPr>
        <p:grpSpPr>
          <a:xfrm>
            <a:off x="0" y="-114752"/>
            <a:ext cx="12188148" cy="64309"/>
            <a:chOff x="0" y="1773238"/>
            <a:chExt cx="12188148" cy="735184"/>
          </a:xfrm>
        </p:grpSpPr>
        <p:cxnSp>
          <p:nvCxnSpPr>
            <p:cNvPr id="14" name="Google Shape;1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5" name="Google Shape;1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6" name="Google Shape;1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7" name="Google Shape;1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8" name="Google Shape;1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19" name="Google Shape;1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0" name="Google Shape;2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1" name="Google Shape;2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2" name="Google Shape;2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3" name="Google Shape;2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4" name="Google Shape;2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5" name="Google Shape;2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6" name="Google Shape;2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7" name="Google Shape;2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8" name="Google Shape;2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29" name="Google Shape;2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0" name="Google Shape;3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1" name="Google Shape;3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2" name="Google Shape;3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grpSp>
        <p:nvGrpSpPr>
          <p:cNvPr id="33" name="Google Shape;33;p1"/>
          <p:cNvGrpSpPr/>
          <p:nvPr/>
        </p:nvGrpSpPr>
        <p:grpSpPr>
          <a:xfrm>
            <a:off x="-3" y="6987088"/>
            <a:ext cx="12188148" cy="64309"/>
            <a:chOff x="0" y="1773238"/>
            <a:chExt cx="12188148" cy="735184"/>
          </a:xfrm>
        </p:grpSpPr>
        <p:cxnSp>
          <p:nvCxnSpPr>
            <p:cNvPr id="34" name="Google Shape;34;p1"/>
            <p:cNvCxnSpPr/>
            <p:nvPr/>
          </p:nvCxnSpPr>
          <p:spPr>
            <a:xfrm>
              <a:off x="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5" name="Google Shape;35;p1"/>
            <p:cNvCxnSpPr/>
            <p:nvPr/>
          </p:nvCxnSpPr>
          <p:spPr>
            <a:xfrm>
              <a:off x="67711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6" name="Google Shape;36;p1"/>
            <p:cNvCxnSpPr/>
            <p:nvPr/>
          </p:nvCxnSpPr>
          <p:spPr>
            <a:xfrm>
              <a:off x="135423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7" name="Google Shape;37;p1"/>
            <p:cNvCxnSpPr/>
            <p:nvPr/>
          </p:nvCxnSpPr>
          <p:spPr>
            <a:xfrm>
              <a:off x="203135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8" name="Google Shape;38;p1"/>
            <p:cNvCxnSpPr/>
            <p:nvPr/>
          </p:nvCxnSpPr>
          <p:spPr>
            <a:xfrm>
              <a:off x="270847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39" name="Google Shape;39;p1"/>
            <p:cNvCxnSpPr/>
            <p:nvPr/>
          </p:nvCxnSpPr>
          <p:spPr>
            <a:xfrm>
              <a:off x="338559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0" name="Google Shape;40;p1"/>
            <p:cNvCxnSpPr/>
            <p:nvPr/>
          </p:nvCxnSpPr>
          <p:spPr>
            <a:xfrm>
              <a:off x="406271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1" name="Google Shape;41;p1"/>
            <p:cNvCxnSpPr/>
            <p:nvPr/>
          </p:nvCxnSpPr>
          <p:spPr>
            <a:xfrm>
              <a:off x="473983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2" name="Google Shape;42;p1"/>
            <p:cNvCxnSpPr/>
            <p:nvPr/>
          </p:nvCxnSpPr>
          <p:spPr>
            <a:xfrm>
              <a:off x="5416952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3" name="Google Shape;43;p1"/>
            <p:cNvCxnSpPr/>
            <p:nvPr/>
          </p:nvCxnSpPr>
          <p:spPr>
            <a:xfrm>
              <a:off x="6094071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4" name="Google Shape;44;p1"/>
            <p:cNvCxnSpPr/>
            <p:nvPr/>
          </p:nvCxnSpPr>
          <p:spPr>
            <a:xfrm>
              <a:off x="6771190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5" name="Google Shape;45;p1"/>
            <p:cNvCxnSpPr/>
            <p:nvPr/>
          </p:nvCxnSpPr>
          <p:spPr>
            <a:xfrm>
              <a:off x="7448309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6" name="Google Shape;46;p1"/>
            <p:cNvCxnSpPr/>
            <p:nvPr/>
          </p:nvCxnSpPr>
          <p:spPr>
            <a:xfrm>
              <a:off x="812542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7" name="Google Shape;47;p1"/>
            <p:cNvCxnSpPr/>
            <p:nvPr/>
          </p:nvCxnSpPr>
          <p:spPr>
            <a:xfrm>
              <a:off x="8802547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8" name="Google Shape;48;p1"/>
            <p:cNvCxnSpPr/>
            <p:nvPr/>
          </p:nvCxnSpPr>
          <p:spPr>
            <a:xfrm>
              <a:off x="9479666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49" name="Google Shape;49;p1"/>
            <p:cNvCxnSpPr/>
            <p:nvPr/>
          </p:nvCxnSpPr>
          <p:spPr>
            <a:xfrm>
              <a:off x="10156785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0" name="Google Shape;50;p1"/>
            <p:cNvCxnSpPr/>
            <p:nvPr/>
          </p:nvCxnSpPr>
          <p:spPr>
            <a:xfrm>
              <a:off x="10833904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1" name="Google Shape;51;p1"/>
            <p:cNvCxnSpPr/>
            <p:nvPr/>
          </p:nvCxnSpPr>
          <p:spPr>
            <a:xfrm>
              <a:off x="11511023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  <p:cxnSp>
          <p:nvCxnSpPr>
            <p:cNvPr id="52" name="Google Shape;52;p1"/>
            <p:cNvCxnSpPr/>
            <p:nvPr/>
          </p:nvCxnSpPr>
          <p:spPr>
            <a:xfrm>
              <a:off x="12188148" y="1773238"/>
              <a:ext cx="0" cy="735184"/>
            </a:xfrm>
            <a:prstGeom prst="straightConnector1">
              <a:avLst/>
            </a:prstGeom>
            <a:noFill/>
            <a:ln cap="flat" cmpd="sng" w="9525">
              <a:solidFill>
                <a:srgbClr val="7F7F7F"/>
              </a:solidFill>
              <a:prstDash val="solid"/>
              <a:miter lim="8000"/>
              <a:headEnd len="sm" w="sm" type="none"/>
              <a:tailEnd len="sm" w="sm" type="none"/>
            </a:ln>
          </p:spPr>
        </p:cxnSp>
      </p:grpSp>
      <p:pic>
        <p:nvPicPr>
          <p:cNvPr id="53" name="Google Shape;53;p1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419564" y="6161239"/>
            <a:ext cx="932071" cy="28800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257">
          <p15:clr>
            <a:srgbClr val="FDE53C"/>
          </p15:clr>
        </p15:guide>
        <p15:guide id="2" pos="7423">
          <p15:clr>
            <a:srgbClr val="FDE53C"/>
          </p15:clr>
        </p15:guide>
        <p15:guide id="3" orient="horz" pos="4065">
          <p15:clr>
            <a:srgbClr val="FDE53C"/>
          </p15:clr>
        </p15:guide>
        <p15:guide id="4" pos="5201">
          <p15:clr>
            <a:srgbClr val="FDE53C"/>
          </p15:clr>
        </p15:guide>
        <p15:guide id="5" pos="2479">
          <p15:clr>
            <a:srgbClr val="FDE53C"/>
          </p15:clr>
        </p15:guide>
        <p15:guide id="6" pos="3840">
          <p15:clr>
            <a:srgbClr val="FDE53C"/>
          </p15:clr>
        </p15:guide>
        <p15:guide id="7" orient="horz" pos="640">
          <p15:clr>
            <a:srgbClr val="FDE53C"/>
          </p15:clr>
        </p15:guide>
        <p15:guide id="8" orient="horz" pos="1003">
          <p15:clr>
            <a:srgbClr val="FDE53C"/>
          </p15:clr>
        </p15:guide>
        <p15:guide id="9" pos="1073">
          <p15:clr>
            <a:srgbClr val="FDE53C"/>
          </p15:clr>
        </p15:guide>
        <p15:guide id="10" pos="6584">
          <p15:clr>
            <a:srgbClr val="FDE53C"/>
          </p15:clr>
        </p15:guide>
        <p15:guide id="11" orient="horz" pos="255">
          <p15:clr>
            <a:srgbClr val="FDE53C"/>
          </p15:clr>
        </p15:guide>
      </p15:sldGuideLst>
    </p:ext>
  </p:extLst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chart" Target="../charts/chart1.xml"/><Relationship Id="rId4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chart" Target="../charts/chart2.xml"/><Relationship Id="rId3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Relationship Id="rId3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0.png"/><Relationship Id="rId3" Type="http://schemas.openxmlformats.org/officeDocument/2006/relationships/image" Target="../media/image19.png"/><Relationship Id="rId4" Type="http://schemas.openxmlformats.org/officeDocument/2006/relationships/chart" Target="../charts/chart4.xml"/><Relationship Id="rId5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1.png"/><Relationship Id="rId3" Type="http://schemas.openxmlformats.org/officeDocument/2006/relationships/chart" Target="../charts/chart5.xml"/><Relationship Id="rId4" Type="http://schemas.openxmlformats.org/officeDocument/2006/relationships/notesSlide" Target="../notesSlides/notesSlide3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Relationship Id="rId5" Type="http://schemas.openxmlformats.org/officeDocument/2006/relationships/image" Target="../media/image35.png"/><Relationship Id="rId6" Type="http://schemas.openxmlformats.org/officeDocument/2006/relationships/notesSlide" Target="../notesSlides/notesSlide3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5.png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4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45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image" Target="../media/image26.png"/><Relationship Id="rId3" Type="http://schemas.openxmlformats.org/officeDocument/2006/relationships/notesSlide" Target="../notesSlides/notesSlide46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4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48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49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50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1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3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4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5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6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8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9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0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1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2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3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4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5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6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8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9.xml"/></Relationships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81" name="Google Shape;381;p17"/>
          <p:cNvSpPr txBox="1"/>
          <p:nvPr>
            <p:ph type="title"/>
          </p:nvPr>
        </p:nvSpPr>
        <p:spPr>
          <a:xfrm>
            <a:off x="429253" y="2490555"/>
            <a:ext cx="7827335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Font typeface="Play"/>
              <a:buNone/>
            </a:pPr>
            <a:r>
              <a:rPr lang="ru-RU" sz="3050"/>
              <a:t xml:space="preserve">Прототип на синтетических данных демонстрирует разделение наблюдений и интерпретаций с сохранением оговорок источника</a:t>
            </a:r>
          </a:p>
        </p:txBody>
      </p:sp>
      <p:sp>
        <p:nvSpPr>
          <p:cNvPr id="383" name="Google Shape;383;p17"/>
          <p:cNvSpPr txBox="1"/>
          <p:nvPr/>
        </p:nvSpPr>
        <p:spPr>
          <a:xfrm>
            <a:off x="1510259" y="4682209"/>
            <a:ext cx="2213844" cy="834283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FB8C2"/>
              </a:buClr>
              <a:buSzPts val="1600"/>
              <a:buFont typeface="Play"/>
              <a:buNone/>
            </a:pPr>
            <a:r>
              <a:rPr b="0" i="0" lang="ru-RU" sz="1200" u="none" cap="none" strike="noStrike">
                <a:solidFill>
                  <a:srgbClr val="AFB8C2"/>
                </a:solidFill>
                <a:latin typeface="Play"/>
                <a:ea typeface="Play"/>
                <a:cs typeface="Play"/>
                <a:sym typeface="Play"/>
              </a:rPr>
              <a:t xml:space="preserve">Прототип показывает, как отделять наблюдения от интерпретаций и сохранять оговорки источника.</a:t>
            </a:r>
          </a:p>
        </p:txBody>
      </p:sp>
      <p:sp>
        <p:nvSpPr>
          <p:cNvPr id="384" name="Rectangle 38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5" name="TextBox 38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Данные синтетические, не являются реальными рыночными результатами.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Google Shape;459;p2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Лиды (факт): максимум 240 — «Поиск»</a:t>
            </a:r>
          </a:p>
        </p:txBody>
      </p:sp>
      <p:graphicFrame>
        <p:nvGraphicFramePr>
          <p:cNvPr id="460" name="Chart 459"/>
          <p:cNvGraphicFramePr>
            <a:graphicFrameLocks noGrp="1"/>
          </p:cNvGraphicFramePr>
          <p:nvPr/>
        </p:nvGraphicFramePr>
        <p:xfrm>
          <a:off x="427939" y="1729423"/>
          <a:ext cx="10003661" cy="437419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461" name="Rectangle 460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TextBox 461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category_comparison.csv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4 из 4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2" name="Google Shape;702;p32"/>
          <p:cNvSpPr/>
          <p:nvPr/>
        </p:nvSpPr>
        <p:spPr>
          <a:xfrm>
            <a:off x="431328" y="1243208"/>
            <a:ext cx="9699808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lang="ru-RU" sz="1600">
              <a:solidFill>
                <a:srgbClr val="CAD0D5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Обращения: «Решено» — 62.00% показанной суммы</a:t>
            </a:r>
          </a:p>
        </p:txBody>
      </p:sp>
      <p:graphicFrame>
        <p:nvGraphicFramePr>
          <p:cNvPr id="704" name="Chart 703"/>
          <p:cNvGraphicFramePr>
            <a:graphicFrameLocks noGrp="1"/>
          </p:cNvGraphicFramePr>
          <p:nvPr/>
        </p:nvGraphicFramePr>
        <p:xfrm>
          <a:off x="427939" y="1729423"/>
          <a:ext cx="10003661" cy="437419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05" name="Rectangle 704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TextBox 705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category_shares.json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74" name="Google Shape;474;p2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Распределение Значение: от 18 до 95</a:t>
            </a:r>
          </a:p>
        </p:txBody>
      </p:sp>
      <p:graphicFrame>
        <p:nvGraphicFramePr>
          <p:cNvPr id="475" name="Chart 474"/>
          <p:cNvGraphicFramePr>
            <a:graphicFrameLocks noGrp="1"/>
          </p:cNvGraphicFramePr>
          <p:nvPr/>
        </p:nvGraphicFramePr>
        <p:xfrm>
          <a:off x="427939" y="1729423"/>
          <a:ext cx="11334902" cy="4374197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76" name="Rectangle 47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7" name="TextBox 47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distribution.csv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25 из 25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10" name="Google Shape;510;p25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Запросы: максимум 120 — «Север»</a:t>
            </a:r>
          </a:p>
        </p:txBody>
      </p:sp>
      <p:graphicFrame>
        <p:nvGraphicFramePr>
          <p:cNvPr id="541" name="Chart 540"/>
          <p:cNvGraphicFramePr>
            <a:graphicFrameLocks noGrp="1"/>
          </p:cNvGraphicFramePr>
          <p:nvPr/>
        </p:nvGraphicFramePr>
        <p:xfrm>
          <a:off x="427939" y="1729423"/>
          <a:ext cx="11334902" cy="4374197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542" name="Rectangle 54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3" name="TextBox 54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embedded_table.md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3 из 3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Справочник · строки 1–4 из 4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3725"/>
                <a:gridCol w="2833725"/>
                <a:gridCol w="2833725"/>
                <a:gridCol w="2833727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Период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Количество (факт)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Количество (план)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Примечание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Неделя 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Наблюдаемое нулевое значение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Неделя 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/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12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Факт отсутствует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Неделя 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/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План отсутствует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Неделя 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10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Фактическое значение равно нулю</a:t>
                      </a:r>
                    </a:p>
                  </a:txBody>
                  <a:tcPr>
                    <a:noFill/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missing_zero.csv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4 из 4 строк; исключено: 0. Страница 1/1.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9" name="Google Shape;709;p33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201 строк справочника сохранены в приложении</a:t>
            </a:r>
          </a:p>
        </p:txBody>
      </p:sp>
      <p:sp>
        <p:nvSpPr>
          <p:cNvPr id="710" name="Google Shape;710;p33"/>
          <p:cNvSpPr txBox="1"/>
          <p:nvPr/>
        </p:nvSpPr>
        <p:spPr>
          <a:xfrm>
            <a:off x="6316808" y="1243208"/>
            <a:ext cx="4305644" cy="1912853"/>
          </a:xfrm>
          <a:prstGeom prst="rect">
            <a:avLst/>
          </a:prstGeom>
          <a:noFill/>
          <a:ln>
            <a:noFill/>
          </a:ln>
        </p:spPr>
        <p:txBody>
          <a:bodyPr anchorCtr="0" anchor="t" bIns="121875" lIns="0" spcFirstLastPara="1" rIns="12187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r>
              <a:rPr b="1" lang="ru-RU" sz="80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 xml:space="preserve">201</a:t>
            </a:r>
            <a:br/>
            <a:r>
              <a:rPr lang="ru-RU" sz="1600">
                <a:solidFill>
                  <a:srgbClr val="70C3FF"/>
                </a:solidFill>
                <a:latin typeface="Play"/>
                <a:ea typeface="Play"/>
                <a:cs typeface="Play"/>
                <a:sym typeface="Play"/>
              </a:rPr>
              <a:t xml:space="preserve">Полный справочник: 29 страниц в приложении после основных выводов; исходные значения сохранены.</a:t>
            </a:r>
          </a:p>
        </p:txBody>
      </p:sp>
      <p:sp>
        <p:nvSpPr>
          <p:cNvPr id="711" name="Google Shape;711;p33"/>
          <p:cNvSpPr txBox="1"/>
          <p:nvPr/>
        </p:nvSpPr>
        <p:spPr>
          <a:xfrm>
            <a:off x="6316808" y="3598223"/>
            <a:ext cx="4305644" cy="2589746"/>
          </a:xfrm>
          <a:prstGeom prst="rect">
            <a:avLst/>
          </a:prstGeom>
          <a:noFill/>
          <a:ln>
            <a:noFill/>
          </a:ln>
        </p:spPr>
        <p:txBody>
          <a:bodyPr anchorCtr="0" anchor="ctr" bIns="121875" lIns="0" spcFirstLastPara="1" rIns="121875" wrap="non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1000"/>
              </a:spcAft>
              <a:buNone/>
            </a:pPr>
            <a:endParaRPr b="1" lang="ru-RU" sz="8000">
              <a:solidFill>
                <a:srgbClr val="70C3FF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12" name="Google Shape;712;p33"/>
          <p:cNvSpPr/>
          <p:nvPr/>
        </p:nvSpPr>
        <p:spPr>
          <a:xfrm>
            <a:off x="431328" y="1243208"/>
            <a:ext cx="3630033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endParaRPr lang="ru-RU" sz="1600">
              <a:solidFill>
                <a:srgbClr val="CAD0D5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713" name="Rectangle 712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4" name="TextBox 713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Показано: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65" name="Google Shape;565;p27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Выручка: +36000 USD между 2026-01 и 2026-06 (+30.00%)</a:t>
            </a:r>
          </a:p>
        </p:txBody>
      </p:sp>
      <p:graphicFrame>
        <p:nvGraphicFramePr>
          <p:cNvPr id="566" name="Chart 565"/>
          <p:cNvGraphicFramePr>
            <a:graphicFrameLocks noGrp="1"/>
          </p:cNvGraphicFramePr>
          <p:nvPr/>
        </p:nvGraphicFramePr>
        <p:xfrm>
          <a:off x="427939" y="1729423"/>
          <a:ext cx="10003661" cy="4374197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67" name="Rectangle 566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8" name="TextBox 567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time_series.xlsx · лист «Monthly revenue»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6 из 6 строк; исключено: 0.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41" name="Google Shape;441;p21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Разделение фактов и выводов обеспечивает прозрачную логику для принятия решений</a:t>
            </a:r>
          </a:p>
        </p:txBody>
      </p:sp>
      <p:sp>
        <p:nvSpPr>
          <p:cNvPr id="442" name="Google Shape;442;p21"/>
          <p:cNvSpPr/>
          <p:nvPr/>
        </p:nvSpPr>
        <p:spPr>
          <a:xfrm>
            <a:off x="5383513" y="860119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Наблюдения и интерпретации представлены отдельно</a:t>
            </a:r>
          </a:p>
        </p:txBody>
      </p:sp>
      <p:grpSp>
        <p:nvGrpSpPr>
          <p:cNvPr id="443" name="Google Shape;443;p21"/>
          <p:cNvGrpSpPr/>
          <p:nvPr/>
        </p:nvGrpSpPr>
        <p:grpSpPr>
          <a:xfrm>
            <a:off x="5523729" y="996732"/>
            <a:ext cx="515460" cy="515395"/>
            <a:chOff x="5166883" y="996732"/>
            <a:chExt cx="515460" cy="515395"/>
          </a:xfrm>
        </p:grpSpPr>
        <p:sp>
          <p:nvSpPr>
            <p:cNvPr id="444" name="Google Shape;444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5" name="Google Shape;445;p2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46" name="Google Shape;446;p21"/>
          <p:cNvSpPr/>
          <p:nvPr/>
        </p:nvSpPr>
        <p:spPr>
          <a:xfrm>
            <a:off x="5383513" y="2710690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Периоды, единицы и оговорки источника фиксируются</a:t>
            </a:r>
          </a:p>
        </p:txBody>
      </p:sp>
      <p:grpSp>
        <p:nvGrpSpPr>
          <p:cNvPr id="447" name="Google Shape;447;p21"/>
          <p:cNvGrpSpPr/>
          <p:nvPr/>
        </p:nvGrpSpPr>
        <p:grpSpPr>
          <a:xfrm>
            <a:off x="5523729" y="2847303"/>
            <a:ext cx="515460" cy="515395"/>
            <a:chOff x="5166883" y="996732"/>
            <a:chExt cx="515460" cy="515395"/>
          </a:xfrm>
        </p:grpSpPr>
        <p:sp>
          <p:nvSpPr>
            <p:cNvPr id="448" name="Google Shape;448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49" name="Google Shape;449;p2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0" name="Google Shape;450;p21"/>
          <p:cNvSpPr/>
          <p:nvPr/>
        </p:nvSpPr>
        <p:spPr>
          <a:xfrm>
            <a:off x="5383513" y="4561261"/>
            <a:ext cx="5917558" cy="1705685"/>
          </a:xfrm>
          <a:prstGeom prst="roundRect">
            <a:avLst>
              <a:gd fmla="val 9293" name="adj"/>
            </a:avLst>
          </a:prstGeom>
          <a:solidFill>
            <a:srgbClr val="151515"/>
          </a:solidFill>
          <a:ln>
            <a:noFill/>
          </a:ln>
        </p:spPr>
        <p:txBody>
          <a:bodyPr anchorCtr="0" anchor="t" bIns="0" lIns="108000" spcFirstLastPara="1" rIns="0" wrap="square" tIns="7560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8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Синтетические примеры не выдаются за реальные компании</a:t>
            </a:r>
          </a:p>
        </p:txBody>
      </p:sp>
      <p:grpSp>
        <p:nvGrpSpPr>
          <p:cNvPr id="451" name="Google Shape;451;p21"/>
          <p:cNvGrpSpPr/>
          <p:nvPr/>
        </p:nvGrpSpPr>
        <p:grpSpPr>
          <a:xfrm>
            <a:off x="5523729" y="4697874"/>
            <a:ext cx="515460" cy="515395"/>
            <a:chOff x="5166883" y="996732"/>
            <a:chExt cx="515460" cy="515395"/>
          </a:xfrm>
        </p:grpSpPr>
        <p:sp>
          <p:nvSpPr>
            <p:cNvPr id="452" name="Google Shape;452;p21"/>
            <p:cNvSpPr/>
            <p:nvPr/>
          </p:nvSpPr>
          <p:spPr>
            <a:xfrm>
              <a:off x="5166883" y="996732"/>
              <a:ext cx="515460" cy="515395"/>
            </a:xfrm>
            <a:prstGeom prst="roundRect">
              <a:avLst>
                <a:gd fmla="val 23586" name="adj"/>
              </a:avLst>
            </a:prstGeom>
            <a:solidFill>
              <a:srgbClr val="21212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453" name="Google Shape;453;p2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5291263" y="1117786"/>
              <a:ext cx="266700" cy="26670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54" name="Rectangle 45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5" name="TextBox 45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Синтетические учебные данные.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86" name="Google Shape;486;p2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Следующие шаги: интеграция в процесс</a:t>
            </a:r>
          </a:p>
        </p:txBody>
      </p:sp>
      <p:sp>
        <p:nvSpPr>
          <p:cNvPr id="487" name="Google Shape;487;p24"/>
          <p:cNvSpPr/>
          <p:nvPr/>
        </p:nvSpPr>
        <p:spPr>
          <a:xfrm rot="-600">
            <a:off x="437086" y="2483590"/>
            <a:ext cx="3437052" cy="50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Play"/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Оценка прототипа</a:t>
            </a:r>
          </a:p>
        </p:txBody>
      </p:sp>
      <p:sp>
        <p:nvSpPr>
          <p:cNvPr id="488" name="Google Shape;488;p24"/>
          <p:cNvSpPr/>
          <p:nvPr/>
        </p:nvSpPr>
        <p:spPr>
          <a:xfrm>
            <a:off x="437041" y="1592263"/>
            <a:ext cx="676173" cy="676089"/>
          </a:xfrm>
          <a:prstGeom prst="roundRect">
            <a:avLst>
              <a:gd fmla="val 2358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1</a:t>
            </a:r>
          </a:p>
        </p:txBody>
      </p:sp>
      <p:sp>
        <p:nvSpPr>
          <p:cNvPr id="489" name="Google Shape;489;p24"/>
          <p:cNvSpPr/>
          <p:nvPr/>
        </p:nvSpPr>
        <p:spPr>
          <a:xfrm rot="-600">
            <a:off x="437111" y="2883834"/>
            <a:ext cx="3437052" cy="801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7EA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 xml:space="preserve">Специалисты проверяют качество подготовки слайдов.</a:t>
            </a:r>
          </a:p>
        </p:txBody>
      </p:sp>
      <p:sp>
        <p:nvSpPr>
          <p:cNvPr id="490" name="Google Shape;490;p24"/>
          <p:cNvSpPr/>
          <p:nvPr/>
        </p:nvSpPr>
        <p:spPr>
          <a:xfrm rot="-600">
            <a:off x="4370119" y="2483590"/>
            <a:ext cx="3437052" cy="50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Play"/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Обратная связь</a:t>
            </a:r>
          </a:p>
        </p:txBody>
      </p:sp>
      <p:sp>
        <p:nvSpPr>
          <p:cNvPr id="491" name="Google Shape;491;p24"/>
          <p:cNvSpPr/>
          <p:nvPr/>
        </p:nvSpPr>
        <p:spPr>
          <a:xfrm>
            <a:off x="4370074" y="1592263"/>
            <a:ext cx="676173" cy="676089"/>
          </a:xfrm>
          <a:prstGeom prst="roundRect">
            <a:avLst>
              <a:gd fmla="val 2358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2</a:t>
            </a:r>
          </a:p>
        </p:txBody>
      </p:sp>
      <p:sp>
        <p:nvSpPr>
          <p:cNvPr id="492" name="Google Shape;492;p24"/>
          <p:cNvSpPr/>
          <p:nvPr/>
        </p:nvSpPr>
        <p:spPr>
          <a:xfrm rot="-600">
            <a:off x="4370144" y="2883834"/>
            <a:ext cx="3437052" cy="801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7EA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 xml:space="preserve">Сбор комментариев по структуре и подаче.</a:t>
            </a:r>
          </a:p>
        </p:txBody>
      </p:sp>
      <p:sp>
        <p:nvSpPr>
          <p:cNvPr id="499" name="Google Shape;499;p24"/>
          <p:cNvSpPr/>
          <p:nvPr/>
        </p:nvSpPr>
        <p:spPr>
          <a:xfrm rot="-600">
            <a:off x="8303152" y="2483590"/>
            <a:ext cx="3437052" cy="50606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7FF"/>
              </a:buClr>
              <a:buSzPts val="2000"/>
              <a:buFont typeface="Play"/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Планирование</a:t>
            </a:r>
          </a:p>
        </p:txBody>
      </p:sp>
      <p:sp>
        <p:nvSpPr>
          <p:cNvPr id="500" name="Google Shape;500;p24"/>
          <p:cNvSpPr/>
          <p:nvPr/>
        </p:nvSpPr>
        <p:spPr>
          <a:xfrm>
            <a:off x="8303107" y="1592263"/>
            <a:ext cx="676173" cy="676089"/>
          </a:xfrm>
          <a:prstGeom prst="roundRect">
            <a:avLst>
              <a:gd fmla="val 23586" name="adj"/>
            </a:avLst>
          </a:prstGeom>
          <a:solidFill>
            <a:srgbClr val="21212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000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3</a:t>
            </a:r>
          </a:p>
        </p:txBody>
      </p:sp>
      <p:sp>
        <p:nvSpPr>
          <p:cNvPr id="501" name="Google Shape;501;p24"/>
          <p:cNvSpPr/>
          <p:nvPr/>
        </p:nvSpPr>
        <p:spPr>
          <a:xfrm rot="-600">
            <a:off x="8303177" y="2883834"/>
            <a:ext cx="3437052" cy="8019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4E7EA"/>
              </a:buClr>
              <a:buSzPts val="1600"/>
              <a:buFont typeface="Play"/>
              <a:buNone/>
            </a:pPr>
            <a:r>
              <a:rPr lang="ru-RU" sz="1600">
                <a:solidFill>
                  <a:srgbClr val="E4E7EA"/>
                </a:solidFill>
                <a:latin typeface="Play"/>
                <a:ea typeface="Play"/>
                <a:cs typeface="Play"/>
                <a:sym typeface="Play"/>
              </a:rPr>
              <a:t xml:space="preserve">Определение этапов интеграции в рабочий процесс.</a:t>
            </a:r>
          </a:p>
        </p:txBody>
      </p:sp>
      <p:sp>
        <p:nvSpPr>
          <p:cNvPr id="502" name="Rectangle 501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3" name="TextBox 502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Демонстрационный сценарий.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74" name="Google Shape;874;p44"/>
          <p:cNvSpPr txBox="1"/>
          <p:nvPr>
            <p:ph type="title"/>
          </p:nvPr>
        </p:nvSpPr>
        <p:spPr>
          <a:xfrm>
            <a:off x="429253" y="2291422"/>
            <a:ext cx="4846006" cy="187689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400"/>
              <a:buFont typeface="Play"/>
              <a:buNone/>
            </a:pPr>
            <a:r>
              <a:rPr b="1" lang="ru-RU" sz="3500"/>
              <a:t xml:space="preserve">Готовы ответить на вопросы о возможностях прототипа</a:t>
            </a:r>
          </a:p>
        </p:txBody>
      </p:sp>
      <p:sp>
        <p:nvSpPr>
          <p:cNvPr id="875" name="Rectangle 874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6" name="TextBox 875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Конец презентации.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1–7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1/29.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13" name="Google Shape;613;p28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8–14 из 201</a:t>
            </a:r>
          </a:p>
        </p:txBody>
      </p:sp>
      <p:pic>
        <p:nvPicPr>
          <p:cNvPr descr=" " id="621" name="Google Shape;621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93496" y="6238282"/>
            <a:ext cx="690517" cy="216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640" name="Table 639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REF-009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009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REF-010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010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REF-011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011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REF-012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012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REF-013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013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REF-014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014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41" name="Rectangle 640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2" name="TextBox 641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2/29.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15–21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REF-015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015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REF-016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016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REF-017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017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018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REF-019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019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REF-020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020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REF-021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021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3/29.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9" name="Google Shape;679;p31"/>
          <p:cNvSpPr/>
          <p:nvPr/>
        </p:nvSpPr>
        <p:spPr>
          <a:xfrm>
            <a:off x="0" y="4748271"/>
            <a:ext cx="12192000" cy="2109730"/>
          </a:xfrm>
          <a:prstGeom prst="rect">
            <a:avLst/>
          </a:prstGeom>
          <a:gradFill>
            <a:gsLst>
              <a:gs pos="0">
                <a:srgbClr val="0077FF">
                  <a:alpha val="61961"/>
                </a:srgbClr>
              </a:gs>
              <a:gs pos="99000">
                <a:srgbClr val="00AEE8"/>
              </a:gs>
              <a:gs pos="100000">
                <a:srgbClr val="00AEE8"/>
              </a:gs>
            </a:gsLst>
            <a:lin ang="14400000" scaled="0"/>
          </a:gradFill>
          <a:ln>
            <a:noFill/>
          </a:ln>
        </p:spPr>
        <p:txBody>
          <a:bodyPr anchorCtr="0" anchor="ctr" bIns="0" lIns="108000" spcFirstLastPara="1" rIns="91425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Play"/>
              <a:ea typeface="Play"/>
              <a:cs typeface="Play"/>
              <a:sym typeface="Play"/>
            </a:endParaRPr>
          </a:p>
        </p:txBody>
      </p:sp>
      <p:sp>
        <p:nvSpPr>
          <p:cNvPr id="680" name="Google Shape;680;p31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22–28 из 201</a:t>
            </a:r>
          </a:p>
        </p:txBody>
      </p:sp>
      <p:sp>
        <p:nvSpPr>
          <p:cNvPr id="684" name="Google Shape;684;p31"/>
          <p:cNvSpPr/>
          <p:nvPr/>
        </p:nvSpPr>
        <p:spPr>
          <a:xfrm>
            <a:off x="423103" y="5533764"/>
            <a:ext cx="6565676" cy="3954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400">
                <a:solidFill>
                  <a:schemeClr val="lt1"/>
                </a:solidFill>
                <a:latin typeface="Play"/>
                <a:ea typeface="Play"/>
                <a:cs typeface="Play"/>
                <a:sym typeface="Play"/>
              </a:rPr>
              <a:t xml:space="preserve">Справочная таблица: строки 22–28 из 201; страница 4 из 29.</a:t>
            </a:r>
          </a:p>
        </p:txBody>
      </p:sp>
      <p:graphicFrame>
        <p:nvGraphicFramePr>
          <p:cNvPr id="685" name="Table 684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REF-022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022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023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REF-024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024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025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REF-026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026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REF-027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027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REF-028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028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86" name="Rectangle 685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7" name="TextBox 686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4/29.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29–35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REF-029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029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REF-030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030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REF-031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031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REF-032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032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REF-033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033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REF-034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034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REF-035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035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5/29.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75" name="Google Shape;775;p39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36–42 из 201</a:t>
            </a:r>
          </a:p>
        </p:txBody>
      </p:sp>
      <p:graphicFrame>
        <p:nvGraphicFramePr>
          <p:cNvPr id="776" name="Table 775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REF-036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036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REF-037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037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REF-038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038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REF-039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039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REF-040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040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REF-041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041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REF-042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042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777" name="Rectangle 776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8" name="TextBox 777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6/29.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23" name="Google Shape;423;p20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43–49 из 201</a:t>
            </a:r>
          </a:p>
        </p:txBody>
      </p:sp>
      <p:sp>
        <p:nvSpPr>
          <p:cNvPr id="436" name="Google Shape;436;p20"/>
          <p:cNvSpPr/>
          <p:nvPr/>
        </p:nvSpPr>
        <p:spPr>
          <a:xfrm>
            <a:off x="5916189" y="1442224"/>
            <a:ext cx="5782981" cy="4969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ru-RU" sz="1600" u="none" cap="none" strike="noStrike">
                <a:solidFill>
                  <a:srgbClr val="0077FF"/>
                </a:solidFill>
                <a:latin typeface="Play"/>
                <a:ea typeface="Play"/>
                <a:cs typeface="Play"/>
                <a:sym typeface="Play"/>
              </a:rPr>
              <a:t xml:space="preserve">Справочная таблица: строки 43–49 из 201; страница 7 из 29.</a:t>
            </a:r>
          </a:p>
        </p:txBody>
      </p:sp>
      <p:graphicFrame>
        <p:nvGraphicFramePr>
          <p:cNvPr id="437" name="Table 436"/>
          <p:cNvGraphicFramePr>
            <a:graphicFrameLocks noGrp="1"/>
          </p:cNvGraphicFramePr>
          <p:nvPr/>
        </p:nvGraphicFramePr>
        <p:xfrm>
          <a:off x="4249646" y="1939164"/>
          <a:ext cx="7513196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56598"/>
                <a:gridCol w="3756598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REF-043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043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REF-044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044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REF-045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045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REF-046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046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REF-047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047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REF-048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048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REF-049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049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438" name="Rectangle 437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7/29.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547" name="Google Shape;547;p26"/>
          <p:cNvSpPr txBox="1"/>
          <p:nvPr>
            <p:ph type="title"/>
          </p:nvPr>
        </p:nvSpPr>
        <p:spPr>
          <a:xfrm>
            <a:off x="429253" y="424691"/>
            <a:ext cx="7827311" cy="62686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50–56 из 201</a:t>
            </a:r>
          </a:p>
        </p:txBody>
      </p:sp>
      <p:graphicFrame>
        <p:nvGraphicFramePr>
          <p:cNvPr id="558" name="Table 557"/>
          <p:cNvGraphicFramePr>
            <a:graphicFrameLocks noGrp="1"/>
          </p:cNvGraphicFramePr>
          <p:nvPr/>
        </p:nvGraphicFramePr>
        <p:xfrm>
          <a:off x="4739951" y="1188720"/>
          <a:ext cx="7022891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1445"/>
                <a:gridCol w="3511446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REF-050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050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REF-051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051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REF-052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052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REF-053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053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REF-054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054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REF-055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055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REF-056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056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559" name="Rectangle 558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0" name="TextBox 559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8/29.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18" name="Google Shape;718;p34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57–63 из 201</a:t>
            </a:r>
          </a:p>
        </p:txBody>
      </p:sp>
      <p:graphicFrame>
        <p:nvGraphicFramePr>
          <p:cNvPr id="719" name="Table 718"/>
          <p:cNvGraphicFramePr>
            <a:graphicFrameLocks noGrp="1"/>
          </p:cNvGraphicFramePr>
          <p:nvPr/>
        </p:nvGraphicFramePr>
        <p:xfrm>
          <a:off x="427939" y="1729423"/>
          <a:ext cx="10438353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19176"/>
                <a:gridCol w="5219177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REF-057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057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REF-058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058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REF-059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059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REF-060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060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REF-061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061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REF-062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062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REF-063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063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720" name="Rectangle 719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1" name="TextBox 720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9/29.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59" name="Google Shape;459;p2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64–70 из 201</a:t>
            </a:r>
          </a:p>
        </p:txBody>
      </p:sp>
      <p:graphicFrame>
        <p:nvGraphicFramePr>
          <p:cNvPr id="460" name="Table 459"/>
          <p:cNvGraphicFramePr>
            <a:graphicFrameLocks noGrp="1"/>
          </p:cNvGraphicFramePr>
          <p:nvPr/>
        </p:nvGraphicFramePr>
        <p:xfrm>
          <a:off x="427939" y="1729423"/>
          <a:ext cx="10003661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1830"/>
                <a:gridCol w="500183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REF-064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064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REF-065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065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REF-066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066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REF-067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067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REF-068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068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REF-069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069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REF-070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070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461" name="Rectangle 460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2" name="TextBox 461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10/29.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02" name="Google Shape;702;p32"/>
          <p:cNvSpPr/>
          <p:nvPr/>
        </p:nvSpPr>
        <p:spPr>
          <a:xfrm>
            <a:off x="431328" y="1243208"/>
            <a:ext cx="9699808" cy="6442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600">
                <a:solidFill>
                  <a:srgbClr val="CAD0D5"/>
                </a:solidFill>
                <a:latin typeface="Play"/>
                <a:ea typeface="Play"/>
                <a:cs typeface="Play"/>
                <a:sym typeface="Play"/>
              </a:rPr>
              <a:t xml:space="preserve">Справочная таблица: строки 71–77 из 201; страница 11 из 29.</a:t>
            </a:r>
          </a:p>
        </p:txBody>
      </p:sp>
      <p:sp>
        <p:nvSpPr>
          <p:cNvPr id="703" name="Google Shape;703;p32"/>
          <p:cNvSpPr txBox="1"/>
          <p:nvPr>
            <p:ph type="title"/>
          </p:nvPr>
        </p:nvSpPr>
        <p:spPr>
          <a:xfrm>
            <a:off x="429253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2000"/>
              <a:t xml:space="preserve">Приложение · Справочник · строки 71–77 из 201</a:t>
            </a:r>
          </a:p>
        </p:txBody>
      </p:sp>
      <p:graphicFrame>
        <p:nvGraphicFramePr>
          <p:cNvPr id="704" name="Table 703"/>
          <p:cNvGraphicFramePr>
            <a:graphicFrameLocks noGrp="1"/>
          </p:cNvGraphicFramePr>
          <p:nvPr/>
        </p:nvGraphicFramePr>
        <p:xfrm>
          <a:off x="427939" y="1887449"/>
          <a:ext cx="10003661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01830"/>
                <a:gridCol w="500183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REF-071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071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REF-072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072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REF-073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073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074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REF-075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075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REF-076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076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REF-077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077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705" name="Rectangle 704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6" name="TextBox 705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11/29.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78–84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REF-078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078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REF-079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079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REF-080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080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REF-081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081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REF-082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082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REF-083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083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REF-084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084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12/29.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85–91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REF-085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085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REF-086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086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REF-087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087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REF-088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088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REF-089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089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REF-090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090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REF-091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091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13/29.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92–98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REF-092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092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REF-093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093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REF-094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094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REF-095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095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REF-096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096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REF-097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097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REF-098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098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14/29.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99–105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REF-099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099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100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REF-101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101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REF-102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102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REF-103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103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REF-104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104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REF-105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105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15/29.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106–112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REF-106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106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REF-107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107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REF-108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108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REF-109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109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REF-110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110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REF-111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111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REF-112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112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16/29.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113–119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REF-113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113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REF-114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114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REF-115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115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REF-116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116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REF-117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117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REF-118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118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REF-119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119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17/29.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120–126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REF-120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120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REF-121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121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REF-122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122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REF-123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123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REF-124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124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REF-125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125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REF-126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126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18/29.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127–133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REF-127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127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REF-128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128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REF-129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129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REF-130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130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REF-131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131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REF-132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132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REF-133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133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19/29.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134–140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REF-134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134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REF-135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135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REF-136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136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REF-137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137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REF-138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138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REF-139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139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REF-140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140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20/29.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141–147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REF-141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141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REF-142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142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REF-143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143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REF-144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144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REF-145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145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REF-146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146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REF-147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147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21/29.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148–154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REF-148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148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REF-149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149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REF-150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150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REF-151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151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REF-152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152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REF-153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153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REF-154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154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22/29.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155–161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REF-155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155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REF-156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156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REF-157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157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REF-158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158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REF-159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159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REF-160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160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REF-161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161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23/29.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162–168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REF-162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162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REF-163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163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REF-164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164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REF-165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165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REF-166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166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REF-167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167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REF-168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168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24/29.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169–175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REF-169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169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REF-170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170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REF-171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171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REF-172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172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REF-173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173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REF-174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174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REF-175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175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25/29.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176–182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REF-176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176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REF-177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177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REF-178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178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REF-179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179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REF-180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180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REF-181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181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REF-182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182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26/29.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183–189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REF-183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183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REF-184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184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REF-185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185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REF-186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186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REF-187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187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REF-188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188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REF-189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189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27/29.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190–196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35112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REF-190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190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REF-191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191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REF-192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192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REF-193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193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REF-194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194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REF-195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195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REF-196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196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28/29. Показано: 7.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672" name="Google Shape;672;p30"/>
          <p:cNvSpPr txBox="1"/>
          <p:nvPr>
            <p:ph type="title"/>
          </p:nvPr>
        </p:nvSpPr>
        <p:spPr>
          <a:xfrm>
            <a:off x="427864" y="424691"/>
            <a:ext cx="7827311" cy="116757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Play"/>
              <a:buNone/>
            </a:pPr>
            <a:r>
              <a:rPr lang="ru-RU" sz="3600"/>
              <a:t xml:space="preserve">Приложение · Справочник · строки 197–201 из 201</a:t>
            </a:r>
          </a:p>
        </p:txBody>
      </p:sp>
      <p:graphicFrame>
        <p:nvGraphicFramePr>
          <p:cNvPr id="673" name="Table 672"/>
          <p:cNvGraphicFramePr>
            <a:graphicFrameLocks noGrp="1"/>
          </p:cNvGraphicFramePr>
          <p:nvPr/>
        </p:nvGraphicFramePr>
        <p:xfrm>
          <a:off x="427939" y="1729423"/>
          <a:ext cx="11334902" cy="26334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67451"/>
                <a:gridCol w="5667451"/>
              </a:tblGrid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Код записи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Наименование</a:t>
                      </a:r>
                    </a:p>
                  </a:txBody>
                  <a:tcPr>
                    <a:solidFill>
                      <a:srgbClr val="0077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REF-197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197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REF-198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198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REF-199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199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REF-200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200</a:t>
                      </a:r>
                    </a:p>
                  </a:txBody>
                  <a:tcPr>
                    <a:noFill/>
                  </a:tcPr>
                </a:tc>
              </a:tr>
              <a:tr h="438912"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REF-201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>
                          <a:solidFill>
                            <a:srgbClr val="FFFFFF"/>
                          </a:solidFill>
                          <a:latin typeface="Play"/>
                        </a:rPr>
                        <a:t>Запись справочника 201</a:t>
                      </a:r>
                    </a:p>
                  </a:txBody>
                  <a:tcPr>
                    <a:solidFill>
                      <a:srgbClr val="212121"/>
                    </a:solidFill>
                  </a:tcPr>
                </a:tc>
              </a:tr>
            </a:tbl>
          </a:graphicData>
        </a:graphic>
      </p:graphicFrame>
      <p:sp>
        <p:nvSpPr>
          <p:cNvPr id="674" name="Rectangle 673"/>
          <p:cNvSpPr/>
          <p:nvPr/>
        </p:nvSpPr>
        <p:spPr>
          <a:xfrm>
            <a:off x="0" y="6240780"/>
            <a:ext cx="12192000" cy="617220"/>
          </a:xfrm>
          <a:prstGeom prst="rect">
            <a:avLst/>
          </a:prstGeom>
          <a:solidFill>
            <a:srgbClr val="1616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5" name="TextBox 674"/>
          <p:cNvSpPr txBox="1"/>
          <p:nvPr/>
        </p:nvSpPr>
        <p:spPr>
          <a:xfrm>
            <a:off x="487680" y="6343650"/>
            <a:ext cx="11216640" cy="4457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800" b="0">
                <a:solidFill>
                  <a:srgbClr val="FFFFFF"/>
                </a:solidFill>
                <a:latin typeface="Play"/>
              </a:rPr>
              <a:t>Источник: reference_201.csv</a:t>
            </a:r>
          </a:p>
          <a:p>
            <a:r>
              <a:rPr sz="800" b="0">
                <a:solidFill>
                  <a:srgbClr val="FFFFFF"/>
                </a:solidFill>
                <a:latin typeface="Play"/>
              </a:rPr>
              <a:t>Охват: 201 из 201 строк; исключено: 0. Страница 29/29. Показано: 5.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Контентные">
  <a:themeElements>
    <a:clrScheme name="VK Tech 2024">
      <a:dk1>
        <a:srgbClr val="000000"/>
      </a:dk1>
      <a:lt1>
        <a:srgbClr val="FFFFFF"/>
      </a:lt1>
      <a:dk2>
        <a:srgbClr val="0077FF"/>
      </a:dk2>
      <a:lt2>
        <a:srgbClr val="FFFFFF"/>
      </a:lt2>
      <a:accent1>
        <a:srgbClr val="0077FF"/>
      </a:accent1>
      <a:accent2>
        <a:srgbClr val="00E9FF"/>
      </a:accent2>
      <a:accent3>
        <a:srgbClr val="AAFBFF"/>
      </a:accent3>
      <a:accent4>
        <a:srgbClr val="EDF3FC"/>
      </a:accent4>
      <a:accent5>
        <a:srgbClr val="7C8A9A"/>
      </a:accent5>
      <a:accent6>
        <a:srgbClr val="202020"/>
      </a:accent6>
      <a:hlink>
        <a:srgbClr val="0077FF"/>
      </a:hlink>
      <a:folHlink>
        <a:srgbClr val="00E9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