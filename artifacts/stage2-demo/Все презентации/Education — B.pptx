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8" r:id="rId4"/>
    <p:sldMasterId id="2147483679" r:id="rId5"/>
  </p:sldMasterIdLst>
  <p:notesMasterIdLst>
    <p:notesMasterId r:id="rId6"/>
  </p:notesMasterIdLst>
  <p:sldIdLst>
    <p:sldId id="311" r:id="rId64"/>
    <p:sldId id="312" r:id="rId65"/>
    <p:sldId id="313" r:id="rId66"/>
    <p:sldId id="314" r:id="rId67"/>
    <p:sldId id="315" r:id="rId68"/>
    <p:sldId id="316" r:id="rId69"/>
    <p:sldId id="317" r:id="rId70"/>
    <p:sldId id="318" r:id="rId71"/>
    <p:sldId id="319" r:id="rId72"/>
    <p:sldId id="320" r:id="rId73"/>
    <p:sldId id="321" r:id="rId74"/>
    <p:sldId id="322" r:id="rId75"/>
    <p:sldId id="323" r:id="rId76"/>
    <p:sldId id="324" r:id="rId77"/>
    <p:sldId id="325" r:id="rId78"/>
    <p:sldId id="326" r:id="rId79"/>
    <p:sldId id="327" r:id="rId80"/>
    <p:sldId id="328" r:id="rId81"/>
    <p:sldId id="329" r:id="rId82"/>
    <p:sldId id="330" r:id="rId83"/>
    <p:sldId id="331" r:id="rId84"/>
    <p:sldId id="332" r:id="rId85"/>
    <p:sldId id="333" r:id="rId86"/>
    <p:sldId id="334" r:id="rId87"/>
    <p:sldId id="335" r:id="rId88"/>
    <p:sldId id="336" r:id="rId89"/>
    <p:sldId id="337" r:id="rId90"/>
    <p:sldId id="338" r:id="rId91"/>
    <p:sldId id="339" r:id="rId92"/>
    <p:sldId id="340" r:id="rId93"/>
    <p:sldId id="341" r:id="rId94"/>
    <p:sldId id="342" r:id="rId95"/>
    <p:sldId id="343" r:id="rId96"/>
    <p:sldId id="344" r:id="rId97"/>
    <p:sldId id="345" r:id="rId98"/>
    <p:sldId id="346" r:id="rId99"/>
    <p:sldId id="347" r:id="rId100"/>
    <p:sldId id="348" r:id="rId101"/>
    <p:sldId id="349" r:id="rId102"/>
    <p:sldId id="350" r:id="rId103"/>
  </p:sldIdLst>
  <p:sldSz cy="6858000" cx="12192000"/>
  <p:notesSz cx="6858000" cy="9144000"/>
  <p:embeddedFontLst>
    <p:embeddedFont>
      <p:font typeface="Play"/>
      <p:regular r:id="rId62"/>
      <p:bold r:id="rId6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52006A8-8AF6-428E-B8E6-5754F7C527DE}">
  <a:tblStyle styleId="{552006A8-8AF6-428E-B8E6-5754F7C527DE}" styleName="Table_0">
    <a:wholeTbl>
      <a:tcTxStyle b="off" i="off">
        <a:font>
          <a:latin typeface="SF Pro Text Light"/>
          <a:ea typeface="SF Pro Text Light"/>
          <a:cs typeface="SF Pro Text Light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BFF"/>
          </a:solidFill>
        </a:fill>
      </a:tcStyle>
    </a:wholeTbl>
    <a:band1H>
      <a:tcTxStyle/>
      <a:tcStyle>
        <a:fill>
          <a:solidFill>
            <a:srgbClr val="CAD5FF"/>
          </a:solidFill>
        </a:fill>
      </a:tcStyle>
    </a:band1H>
    <a:band2H>
      <a:tcTxStyle/>
    </a:band2H>
    <a:band1V>
      <a:tcTxStyle/>
      <a:tcStyle>
        <a:fill>
          <a:solidFill>
            <a:srgbClr val="CAD5FF"/>
          </a:solidFill>
        </a:fill>
      </a:tcStyle>
    </a:band1V>
    <a:band2V>
      <a:tcTxStyle/>
    </a:band2V>
    <a:la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D62A05B1-10D2-4378-96B9-F810E7567A26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62" Type="http://schemas.openxmlformats.org/officeDocument/2006/relationships/font" Target="fonts/Play-regular.fntdata"/><Relationship Id="rId63" Type="http://schemas.openxmlformats.org/officeDocument/2006/relationships/font" Target="fonts/Play-bold.fntdata"/><Relationship Id="rId64" Type="http://schemas.openxmlformats.org/officeDocument/2006/relationships/slide" Target="slides/slide56.xml"/><Relationship Id="rId65" Type="http://schemas.openxmlformats.org/officeDocument/2006/relationships/slide" Target="slides/slide57.xml"/><Relationship Id="rId66" Type="http://schemas.openxmlformats.org/officeDocument/2006/relationships/slide" Target="slides/slide58.xml"/><Relationship Id="rId67" Type="http://schemas.openxmlformats.org/officeDocument/2006/relationships/slide" Target="slides/slide59.xml"/><Relationship Id="rId68" Type="http://schemas.openxmlformats.org/officeDocument/2006/relationships/slide" Target="slides/slide60.xml"/><Relationship Id="rId69" Type="http://schemas.openxmlformats.org/officeDocument/2006/relationships/slide" Target="slides/slide61.xml"/><Relationship Id="rId70" Type="http://schemas.openxmlformats.org/officeDocument/2006/relationships/slide" Target="slides/slide62.xml"/><Relationship Id="rId71" Type="http://schemas.openxmlformats.org/officeDocument/2006/relationships/slide" Target="slides/slide63.xml"/><Relationship Id="rId72" Type="http://schemas.openxmlformats.org/officeDocument/2006/relationships/slide" Target="slides/slide64.xml"/><Relationship Id="rId73" Type="http://schemas.openxmlformats.org/officeDocument/2006/relationships/slide" Target="slides/slide65.xml"/><Relationship Id="rId74" Type="http://schemas.openxmlformats.org/officeDocument/2006/relationships/slide" Target="slides/slide66.xml"/><Relationship Id="rId75" Type="http://schemas.openxmlformats.org/officeDocument/2006/relationships/slide" Target="slides/slide67.xml"/><Relationship Id="rId76" Type="http://schemas.openxmlformats.org/officeDocument/2006/relationships/slide" Target="slides/slide68.xml"/><Relationship Id="rId77" Type="http://schemas.openxmlformats.org/officeDocument/2006/relationships/slide" Target="slides/slide69.xml"/><Relationship Id="rId78" Type="http://schemas.openxmlformats.org/officeDocument/2006/relationships/slide" Target="slides/slide70.xml"/><Relationship Id="rId79" Type="http://schemas.openxmlformats.org/officeDocument/2006/relationships/slide" Target="slides/slide71.xml"/><Relationship Id="rId80" Type="http://schemas.openxmlformats.org/officeDocument/2006/relationships/slide" Target="slides/slide72.xml"/><Relationship Id="rId81" Type="http://schemas.openxmlformats.org/officeDocument/2006/relationships/slide" Target="slides/slide73.xml"/><Relationship Id="rId82" Type="http://schemas.openxmlformats.org/officeDocument/2006/relationships/slide" Target="slides/slide74.xml"/><Relationship Id="rId83" Type="http://schemas.openxmlformats.org/officeDocument/2006/relationships/slide" Target="slides/slide75.xml"/><Relationship Id="rId84" Type="http://schemas.openxmlformats.org/officeDocument/2006/relationships/slide" Target="slides/slide76.xml"/><Relationship Id="rId85" Type="http://schemas.openxmlformats.org/officeDocument/2006/relationships/slide" Target="slides/slide77.xml"/><Relationship Id="rId86" Type="http://schemas.openxmlformats.org/officeDocument/2006/relationships/slide" Target="slides/slide78.xml"/><Relationship Id="rId87" Type="http://schemas.openxmlformats.org/officeDocument/2006/relationships/slide" Target="slides/slide79.xml"/><Relationship Id="rId88" Type="http://schemas.openxmlformats.org/officeDocument/2006/relationships/slide" Target="slides/slide80.xml"/><Relationship Id="rId89" Type="http://schemas.openxmlformats.org/officeDocument/2006/relationships/slide" Target="slides/slide81.xml"/><Relationship Id="rId90" Type="http://schemas.openxmlformats.org/officeDocument/2006/relationships/slide" Target="slides/slide82.xml"/><Relationship Id="rId91" Type="http://schemas.openxmlformats.org/officeDocument/2006/relationships/slide" Target="slides/slide83.xml"/><Relationship Id="rId92" Type="http://schemas.openxmlformats.org/officeDocument/2006/relationships/slide" Target="slides/slide84.xml"/><Relationship Id="rId93" Type="http://schemas.openxmlformats.org/officeDocument/2006/relationships/slide" Target="slides/slide85.xml"/><Relationship Id="rId94" Type="http://schemas.openxmlformats.org/officeDocument/2006/relationships/slide" Target="slides/slide86.xml"/><Relationship Id="rId95" Type="http://schemas.openxmlformats.org/officeDocument/2006/relationships/slide" Target="slides/slide87.xml"/><Relationship Id="rId96" Type="http://schemas.openxmlformats.org/officeDocument/2006/relationships/slide" Target="slides/slide88.xml"/><Relationship Id="rId97" Type="http://schemas.openxmlformats.org/officeDocument/2006/relationships/slide" Target="slides/slide89.xml"/><Relationship Id="rId98" Type="http://schemas.openxmlformats.org/officeDocument/2006/relationships/slide" Target="slides/slide90.xml"/><Relationship Id="rId99" Type="http://schemas.openxmlformats.org/officeDocument/2006/relationships/slide" Target="slides/slide91.xml"/><Relationship Id="rId100" Type="http://schemas.openxmlformats.org/officeDocument/2006/relationships/slide" Target="slides/slide92.xml"/><Relationship Id="rId101" Type="http://schemas.openxmlformats.org/officeDocument/2006/relationships/slide" Target="slides/slide93.xml"/><Relationship Id="rId102" Type="http://schemas.openxmlformats.org/officeDocument/2006/relationships/slide" Target="slides/slide94.xml"/><Relationship Id="rId103" Type="http://schemas.openxmlformats.org/officeDocument/2006/relationships/slide" Target="slides/slide9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Лиды (факт)</c:v>
                </c:pt>
              </c:strCache>
            </c:strRef>
          </c:tx>
          <c:spPr>
            <a:solidFill>
              <a:srgbClr val="0077FF"/>
            </a:solidFill>
          </c:spPr>
          <c:cat>
            <c:strRef>
              <c:f>Sheet1!$A$2:$A$5</c:f>
              <c:strCache>
                <c:ptCount val="4"/>
                <c:pt idx="0">
                  <c:v>Поиск</c:v>
                </c:pt>
                <c:pt idx="1">
                  <c:v>Социальные сети</c:v>
                </c:pt>
                <c:pt idx="2">
                  <c:v>Партнёры</c:v>
                </c:pt>
                <c:pt idx="3">
                  <c:v>Электронная почта</c:v>
                </c:pt>
              </c:strCache>
            </c:strRef>
          </c:cat>
          <c:val>
            <c:numRef>
              <c:f>Sheet1!$B$2:$B$5</c:f>
              <c:numCache>
                <c:formatCode>#,##0</c:formatCode>
                <c:ptCount val="4"/>
                <c:pt idx="0">
                  <c:v>240.0</c:v>
                </c:pt>
                <c:pt idx="1">
                  <c:v>150.0</c:v>
                </c:pt>
                <c:pt idx="2">
                  <c:v>180.0</c:v>
                </c:pt>
                <c:pt idx="3">
                  <c:v>90.0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Лиды (цель)</c:v>
                </c:pt>
              </c:strCache>
            </c:strRef>
          </c:tx>
          <c:spPr>
            <a:solidFill>
              <a:srgbClr val="FF3885"/>
            </a:solidFill>
          </c:spPr>
          <c:cat>
            <c:strRef>
              <c:f>Sheet1!$A$2:$A$5</c:f>
              <c:strCache>
                <c:ptCount val="4"/>
                <c:pt idx="0">
                  <c:v>Поиск</c:v>
                </c:pt>
                <c:pt idx="1">
                  <c:v>Социальные сети</c:v>
                </c:pt>
                <c:pt idx="2">
                  <c:v>Партнёры</c:v>
                </c:pt>
                <c:pt idx="3">
                  <c:v>Электронная почта</c:v>
                </c:pt>
              </c:strCache>
            </c:strRef>
          </c:cat>
          <c:val>
            <c:numRef>
              <c:f>Sheet1!$C$2:$C$5</c:f>
              <c:numCache>
                <c:formatCode>#,##0</c:formatCode>
                <c:ptCount val="4"/>
                <c:pt idx="0">
                  <c:v>220.0</c:v>
                </c:pt>
                <c:pt idx="1">
                  <c:v>180.0</c:v>
                </c:pt>
                <c:pt idx="2">
                  <c:v>160.0</c:v>
                </c:pt>
                <c:pt idx="3">
                  <c:v>80.0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Канал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6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7620">
              <a:solidFill>
                <a:srgbClr val="0077FF"/>
              </a:solidFill>
            </a:ln>
          </c:spPr>
        </c:majorGridlines>
        <c:title>
          <c:tx>
            <c:rich>
              <a:bodyPr/>
              <a:lstStyle/>
              <a:p>
                <a:r>
                  <a:t>Лиды (факт) · Лиды (цель)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16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600">
              <a:latin typeface="Play"/>
            </a:defRPr>
          </a:pPr>
        </a:p>
      </c:txPr>
    </c:legend>
    <c:dispBlanksAs val="gap"/>
  </c:chart>
  <c:txPr>
    <a:bodyPr/>
    <a:lstStyle/>
    <a:p>
      <a:pPr>
        <a:defRPr sz="1600">
          <a:latin typeface="Play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Обращения</c:v>
                </c:pt>
              </c:strCache>
            </c:strRef>
          </c:tx>
          <c:dPt>
            <c:idx val="0"/>
            <c:spPr>
              <a:solidFill>
                <a:srgbClr val="0077FF"/>
              </a:solidFill>
            </c:spPr>
          </c:dPt>
          <c:dPt>
            <c:idx val="1"/>
            <c:spPr>
              <a:solidFill>
                <a:srgbClr val="FF3885"/>
              </a:solidFill>
            </c:spPr>
          </c:dPt>
          <c:dPt>
            <c:idx val="2"/>
            <c:spPr>
              <a:solidFill>
                <a:srgbClr val="1E2D3E"/>
              </a:solidFill>
            </c:spPr>
          </c:dPt>
          <c:dLbls>
            <c:dLbl>
              <c:idx val="0"/>
              <c:spPr/>
              <c:txPr>
                <a:bodyPr/>
                <a:lstStyle/>
                <a:p>
                  <a:pPr>
                    <a:defRPr>
                      <a:solidFill>
                        <a:srgbClr val="000000"/>
                      </a:solidFill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spPr/>
              <c:txPr>
                <a:bodyPr/>
                <a:lstStyle/>
                <a:p>
                  <a:pPr>
                    <a:defRPr>
                      <a:solidFill>
                        <a:srgbClr val="000000"/>
                      </a:solidFill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spPr/>
              <c:txPr>
                <a:bodyPr/>
                <a:lstStyle/>
                <a:p>
                  <a:pPr>
                    <a:defRPr>
                      <a:solidFill>
                        <a:srgbClr val="FFFFFF"/>
                      </a:solidFill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Решено</c:v>
                </c:pt>
                <c:pt idx="1">
                  <c:v>В ожидании</c:v>
                </c:pt>
                <c:pt idx="2">
                  <c:v>На эскалации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620.0</c:v>
                </c:pt>
                <c:pt idx="1">
                  <c:v>250.0</c:v>
                </c:pt>
                <c:pt idx="2">
                  <c:v>130.0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>
      <c:legendPos val="b"/>
      <c:overlay val="0"/>
      <c:txPr>
        <a:bodyPr/>
        <a:lstStyle/>
        <a:p>
          <a:pPr>
            <a:defRPr sz="1600">
              <a:latin typeface="Play"/>
            </a:defRPr>
          </a:pPr>
        </a:p>
      </c:txPr>
    </c:legend>
    <c:dispBlanksAs val="gap"/>
  </c:chart>
  <c:txPr>
    <a:bodyPr/>
    <a:lstStyle/>
    <a:p>
      <a:pPr>
        <a:defRPr sz="1600">
          <a:latin typeface="Play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Число наблюдений</c:v>
                </c:pt>
              </c:strCache>
            </c:strRef>
          </c:tx>
          <c:spPr>
            <a:solidFill>
              <a:srgbClr val="0077FF"/>
            </a:solidFill>
          </c:spPr>
          <c:cat>
            <c:strRef>
              <c:f>Sheet1!$A$2:$A$6</c:f>
              <c:strCache>
                <c:ptCount val="5"/>
                <c:pt idx="0">
                  <c:v>[18–33.4)</c:v>
                </c:pt>
                <c:pt idx="1">
                  <c:v>[33.4–48.8)</c:v>
                </c:pt>
                <c:pt idx="2">
                  <c:v>[48.8–64.2)</c:v>
                </c:pt>
                <c:pt idx="3">
                  <c:v>[64.2–79.6)</c:v>
                </c:pt>
                <c:pt idx="4">
                  <c:v>[79.6–95]</c:v>
                </c:pt>
              </c:strCache>
            </c:strRef>
          </c:cat>
          <c:val>
            <c:numRef>
              <c:f>Sheet1!$B$2:$B$6</c:f>
              <c:numCache>
                <c:formatCode>#,##0</c:formatCode>
                <c:ptCount val="5"/>
                <c:pt idx="0">
                  <c:v>24.0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1.0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Значение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6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7620">
              <a:solidFill>
                <a:srgbClr val="0077FF"/>
              </a:solidFill>
            </a:ln>
          </c:spPr>
        </c:majorGridlines>
        <c:title>
          <c:tx>
            <c:rich>
              <a:bodyPr/>
              <a:lstStyle/>
              <a:p>
                <a:r>
                  <a:t>Число наблюдений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16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600">
              <a:latin typeface="Play"/>
            </a:defRPr>
          </a:pPr>
        </a:p>
      </c:txPr>
    </c:legend>
    <c:dispBlanksAs val="gap"/>
  </c:chart>
  <c:txPr>
    <a:bodyPr/>
    <a:lstStyle/>
    <a:p>
      <a:pPr>
        <a:defRPr sz="1600">
          <a:latin typeface="Play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Запросы</c:v>
                </c:pt>
              </c:strCache>
            </c:strRef>
          </c:tx>
          <c:spPr>
            <a:solidFill>
              <a:srgbClr val="0077FF"/>
            </a:solidFill>
          </c:spPr>
          <c:cat>
            <c:strRef>
              <c:f>Sheet1!$A$2:$A$4</c:f>
              <c:strCache>
                <c:ptCount val="3"/>
                <c:pt idx="0">
                  <c:v>Север</c:v>
                </c:pt>
                <c:pt idx="1">
                  <c:v>Центр</c:v>
                </c:pt>
                <c:pt idx="2">
                  <c:v>Юг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120.0</c:v>
                </c:pt>
                <c:pt idx="1">
                  <c:v>95.0</c:v>
                </c:pt>
                <c:pt idx="2">
                  <c:v>75.0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Регион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6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 w="7620">
              <a:solidFill>
                <a:srgbClr val="0077FF"/>
              </a:solidFill>
            </a:ln>
          </c:spPr>
        </c:majorGridlines>
        <c:title>
          <c:tx>
            <c:rich>
              <a:bodyPr/>
              <a:lstStyle/>
              <a:p>
                <a:r>
                  <a:t>Запросы, шт.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16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600">
              <a:latin typeface="Play"/>
            </a:defRPr>
          </a:pPr>
        </a:p>
      </c:txPr>
    </c:legend>
    <c:dispBlanksAs val="gap"/>
  </c:chart>
  <c:txPr>
    <a:bodyPr/>
    <a:lstStyle/>
    <a:p>
      <a:pPr>
        <a:defRPr sz="1600">
          <a:latin typeface="Play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Выручка</c:v>
                </c:pt>
              </c:strCache>
            </c:strRef>
          </c:tx>
          <c:spPr>
            <a:solidFill>
              <a:srgbClr val="0077FF"/>
            </a:solidFill>
            <a:ln>
              <a:solidFill>
                <a:srgbClr val="0077FF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2026-01</c:v>
                </c:pt>
                <c:pt idx="1">
                  <c:v>2026-02</c:v>
                </c:pt>
                <c:pt idx="2">
                  <c:v>2026-03</c:v>
                </c:pt>
                <c:pt idx="3">
                  <c:v>2026-04</c:v>
                </c:pt>
                <c:pt idx="4">
                  <c:v>2026-05</c:v>
                </c:pt>
                <c:pt idx="5">
                  <c:v>2026-06</c:v>
                </c:pt>
              </c:strCache>
            </c:strRef>
          </c:cat>
          <c:val>
            <c:numRef>
              <c:f>Sheet1!$B$2:$B$7</c:f>
              <c:numCache>
                <c:formatCode>#,##0</c:formatCode>
                <c:ptCount val="6"/>
                <c:pt idx="0">
                  <c:v>120000.0</c:v>
                </c:pt>
                <c:pt idx="1">
                  <c:v>126000.0</c:v>
                </c:pt>
                <c:pt idx="2">
                  <c:v>123000.0</c:v>
                </c:pt>
                <c:pt idx="3">
                  <c:v>135000.0</c:v>
                </c:pt>
                <c:pt idx="4">
                  <c:v>141000.0</c:v>
                </c:pt>
                <c:pt idx="5">
                  <c:v>156000.0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Период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7620">
              <a:solidFill>
                <a:srgbClr val="0077FF"/>
              </a:solidFill>
            </a:ln>
          </c:spPr>
        </c:majorGridlines>
        <c:title>
          <c:tx>
            <c:rich>
              <a:bodyPr/>
              <a:lstStyle/>
              <a:p>
                <a:r>
                  <a:t>Выручка, USD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400">
              <a:latin typeface="Play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400">
          <a:latin typeface="Play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Добро пожаловать. Сегодня мы покажем процесс работы с данными.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category_comparison.csv · 4 исходных строк. Расчёт: max(actual_leads) = 240; совпадений максимума: 1; без суммирования категорий. Сопоставление рядов внутри каждой категории; значения не суммировались.. Данные: 0f3664992f7f3ba37fb32ad060f098bdad697af085c9f3c4fd2d9aaf5d20e064; SHA-256: 1b8306279ba7a59d13cf3e1ace73ff0665a4cb9a20cb8159d9fadffa983cad5d.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category_shares.json · 3 исходных строк. Расчёт: 620 / 1000 × 100 = 62.00% (округлено до 2 знаков); знаменатель — сумма показанных значений.. Данные: 46d12a475c2e6a7916a2af73f3d4bde93bab9c14f6e1af9c32eaa269ff4f8034; SHA-256: 958e61881f379dba570806f1f0dbe558403f12b47404963ee94b5ca66175a760.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distribution.csv · 25 исходных строк. Расчёт: min(value) = 18; max(value) = 95; n = 25. Freedman–Diaconis, ограничение читаемости min(8, ceil(sqrt(n))); 5 равных интервалов; подписи границ до 4 значащих цифр, при совпадении — полная точность; сумма частот = 25; n = 25.. Данные: 84b11d9a0857b181fc55a3e3ebc961f5340eb0be37af16fcaf5ce2d32c8b91c7; SHA-256: fb86dcad3232d0f8dc5ab8eecc4c4276fb9303665b827b6d5f365b6f3e4aa793.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embedded_table.md · # Regional service snapshot · Source: synthetic test data. Units: requests and resolved requests, counts for April 2026. · 3 исходных строк. Расчёт: max(Requests) = 120; совпадений максимума: 1; без суммирования категорий.. Данные: 735bdc5cb146877cadeab47f182744b1157e011833283fe3cc40b7f68003efc3; SHA-256: 4bda1b7852b68289daae9a5b85b93818aa2b298f8a185697ed2864d929ba241a.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missing_zero.csv · 4 исходных строк. Расчёт: Постраничный показ исходных строк; 4 строк всего; без агрегации.. Данные: 9f0ba4567b42cf421c1d6ee0bc54b9dcdf61f99f3bb55bea1e86103d08339142; SHA-256: d9939d5f76ca2a726e94d4829a4445559226171c3ffc50b9390a8489591773d0.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Количество строк источника; значения не агрегировались..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time_series.xlsx · лист «Monthly revenue» · 6 исходных строк. Расчёт: revenue_usd: последнее − первое = 156000 − 120000 = +36000; без агрегации. Относительное изменение = (+36000) / 120000 × 100 = +30.00%.. Данные: b721d5d52b33eba845062116b253a2e43014c2db40da3f5b25967306e9b782a4; SHA-256: f182812cd77a6e7ca2d2881c980b5bc070a9c67d5f6f210226bc92a785fed4c0.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Важно понимать, что мы работаем с учебным материалом, а не с реальными бизнес-метриками.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Слайды с выводами уже готовы, теперь нужно обсудить, какие решения они позволяют принять.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Призыв к действию: обсудите, какие решения нужно принять на основе представленных данных.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7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3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7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">
  <p:cSld name="1_Титульный слайд">
    <p:bg>
      <p:bgPr>
        <a:solidFill>
          <a:schemeClr val="accen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157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2"/>
          <p:cNvSpPr txBox="1"/>
          <p:nvPr>
            <p:ph idx="1" type="body"/>
          </p:nvPr>
        </p:nvSpPr>
        <p:spPr>
          <a:xfrm>
            <a:off x="658813" y="4866865"/>
            <a:ext cx="501264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sz="20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2"/>
          <p:cNvSpPr txBox="1"/>
          <p:nvPr>
            <p:ph type="title"/>
          </p:nvPr>
        </p:nvSpPr>
        <p:spPr>
          <a:xfrm>
            <a:off x="622261" y="2921912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" name="Google Shape;5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813" y="692150"/>
            <a:ext cx="2772297" cy="489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Титульный слайд">
  <p:cSld name="3_Титульный слайд">
    <p:bg>
      <p:bgPr>
        <a:solidFill>
          <a:schemeClr val="accen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"/>
          <p:cNvSpPr txBox="1"/>
          <p:nvPr>
            <p:ph idx="1" type="body"/>
          </p:nvPr>
        </p:nvSpPr>
        <p:spPr>
          <a:xfrm>
            <a:off x="658813" y="4728001"/>
            <a:ext cx="501264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sz="20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3"/>
          <p:cNvSpPr txBox="1"/>
          <p:nvPr>
            <p:ph type="title"/>
          </p:nvPr>
        </p:nvSpPr>
        <p:spPr>
          <a:xfrm>
            <a:off x="622261" y="2598003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3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2" name="Google Shape;62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692150"/>
            <a:ext cx="2772297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03845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">
  <p:cSld name="2_Титульный слайд">
    <p:bg>
      <p:bgPr>
        <a:solidFill>
          <a:schemeClr val="lt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"/>
          <p:cNvSpPr txBox="1"/>
          <p:nvPr>
            <p:ph idx="1" type="body"/>
          </p:nvPr>
        </p:nvSpPr>
        <p:spPr>
          <a:xfrm>
            <a:off x="658813" y="4866865"/>
            <a:ext cx="10224000" cy="55399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4"/>
          <p:cNvSpPr txBox="1"/>
          <p:nvPr>
            <p:ph type="title"/>
          </p:nvPr>
        </p:nvSpPr>
        <p:spPr>
          <a:xfrm>
            <a:off x="622261" y="2921912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8" name="Google Shape;68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692150"/>
            <a:ext cx="2772300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33157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Титульный слайд">
  <p:cSld name="4_Титульный слайд">
    <p:bg>
      <p:bgPr>
        <a:solidFill>
          <a:schemeClr val="lt1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2" name="Google Shape;72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692150"/>
            <a:ext cx="2772300" cy="489635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5"/>
          <p:cNvSpPr txBox="1"/>
          <p:nvPr>
            <p:ph idx="1" type="body"/>
          </p:nvPr>
        </p:nvSpPr>
        <p:spPr>
          <a:xfrm>
            <a:off x="658813" y="4728001"/>
            <a:ext cx="501264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5"/>
          <p:cNvSpPr txBox="1"/>
          <p:nvPr>
            <p:ph type="title"/>
          </p:nvPr>
        </p:nvSpPr>
        <p:spPr>
          <a:xfrm>
            <a:off x="622261" y="2598003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5" name="Google Shape;7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94220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со спикером">
  <p:cSld name="Слайд со спикером">
    <p:bg>
      <p:bgPr>
        <a:solidFill>
          <a:schemeClr val="dk2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6"/>
          <p:cNvSpPr txBox="1"/>
          <p:nvPr>
            <p:ph type="title"/>
          </p:nvPr>
        </p:nvSpPr>
        <p:spPr>
          <a:xfrm>
            <a:off x="658813" y="692150"/>
            <a:ext cx="6192838" cy="13802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6"/>
          <p:cNvSpPr txBox="1"/>
          <p:nvPr>
            <p:ph idx="1" type="body"/>
          </p:nvPr>
        </p:nvSpPr>
        <p:spPr>
          <a:xfrm>
            <a:off x="658813" y="2357767"/>
            <a:ext cx="5142954" cy="21424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b="0" i="0" sz="200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79" name="Google Shape;79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297" cy="489635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6"/>
          <p:cNvSpPr/>
          <p:nvPr>
            <p:ph idx="2" type="pic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">
  <p:cSld name="Заголовок">
    <p:bg>
      <p:bgPr>
        <a:solidFill>
          <a:schemeClr val="lt2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7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 раздела">
  <p:cSld name="Титульный слайд раздела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8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lay"/>
              <a:buNone/>
              <a:defRPr sz="4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85" name="Google Shape;85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225" y="691342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 раздела">
  <p:cSld name="2_Титульный слайд раздела">
    <p:bg>
      <p:bgPr>
        <a:solidFill>
          <a:schemeClr val="lt1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9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lay"/>
              <a:buNone/>
              <a:defRPr sz="4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88" name="Google Shape;88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07980" y="0"/>
            <a:ext cx="3394294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в 2 строки + объект">
  <p:cSld name="Заголовок в 2 строки + объект">
    <p:bg>
      <p:bgPr>
        <a:solidFill>
          <a:schemeClr val="lt2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0"/>
          <p:cNvSpPr txBox="1"/>
          <p:nvPr>
            <p:ph idx="1" type="body"/>
          </p:nvPr>
        </p:nvSpPr>
        <p:spPr>
          <a:xfrm>
            <a:off x="671513" y="2040889"/>
            <a:ext cx="5424487" cy="41598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p10"/>
          <p:cNvSpPr txBox="1"/>
          <p:nvPr>
            <p:ph type="title"/>
          </p:nvPr>
        </p:nvSpPr>
        <p:spPr>
          <a:xfrm>
            <a:off x="677334" y="692150"/>
            <a:ext cx="5418666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0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фактоида + текст">
  <p:cSld name="2 фактоида + текст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1"/>
          <p:cNvSpPr txBox="1"/>
          <p:nvPr>
            <p:ph idx="1" type="body"/>
          </p:nvPr>
        </p:nvSpPr>
        <p:spPr>
          <a:xfrm>
            <a:off x="671514" y="1773238"/>
            <a:ext cx="5135728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5" name="Google Shape;95;p11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1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7" name="Google Shape;97;p11"/>
          <p:cNvSpPr txBox="1"/>
          <p:nvPr>
            <p:ph idx="2" type="body"/>
          </p:nvPr>
        </p:nvSpPr>
        <p:spPr>
          <a:xfrm>
            <a:off x="6097339" y="3864033"/>
            <a:ext cx="5417327" cy="10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b="1" i="0" sz="88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11"/>
          <p:cNvSpPr txBox="1"/>
          <p:nvPr>
            <p:ph idx="3" type="body"/>
          </p:nvPr>
        </p:nvSpPr>
        <p:spPr>
          <a:xfrm>
            <a:off x="6097338" y="5058095"/>
            <a:ext cx="5417327" cy="356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" name="Google Shape;99;p11"/>
          <p:cNvSpPr txBox="1"/>
          <p:nvPr>
            <p:ph idx="4" type="body"/>
          </p:nvPr>
        </p:nvSpPr>
        <p:spPr>
          <a:xfrm>
            <a:off x="6096000" y="1773238"/>
            <a:ext cx="5417327" cy="10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b="1" i="0" sz="88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0" name="Google Shape;100;p11"/>
          <p:cNvSpPr txBox="1"/>
          <p:nvPr>
            <p:ph idx="5" type="body"/>
          </p:nvPr>
        </p:nvSpPr>
        <p:spPr>
          <a:xfrm>
            <a:off x="6096000" y="2967300"/>
            <a:ext cx="5417327" cy="356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Цитата без фото">
  <p:cSld name="Цитата без фото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2"/>
          <p:cNvSpPr txBox="1"/>
          <p:nvPr>
            <p:ph idx="1" type="body"/>
          </p:nvPr>
        </p:nvSpPr>
        <p:spPr>
          <a:xfrm>
            <a:off x="3359150" y="692151"/>
            <a:ext cx="8174038" cy="1609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None/>
              <a:defRPr sz="4400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3" name="Google Shape;103;p12"/>
          <p:cNvSpPr txBox="1"/>
          <p:nvPr>
            <p:ph idx="2" type="body"/>
          </p:nvPr>
        </p:nvSpPr>
        <p:spPr>
          <a:xfrm>
            <a:off x="3359150" y="5738829"/>
            <a:ext cx="8200516" cy="4619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4" name="Google Shape;104;p12"/>
          <p:cNvSpPr txBox="1"/>
          <p:nvPr>
            <p:ph idx="3" type="body"/>
          </p:nvPr>
        </p:nvSpPr>
        <p:spPr>
          <a:xfrm>
            <a:off x="3366814" y="2459421"/>
            <a:ext cx="8174038" cy="1609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0" i="0" sz="2400">
                <a:latin typeface="Play"/>
                <a:ea typeface="Play"/>
                <a:cs typeface="Play"/>
                <a:sym typeface="Play"/>
              </a:defRPr>
            </a:lvl1pPr>
            <a:lvl2pPr indent="-355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sz="2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 sz="180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5" name="Google Shape;105;p12"/>
          <p:cNvSpPr txBox="1"/>
          <p:nvPr/>
        </p:nvSpPr>
        <p:spPr>
          <a:xfrm>
            <a:off x="544512" y="-1049150"/>
            <a:ext cx="2058988" cy="44781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88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«</a:t>
            </a:r>
            <a:endParaRPr/>
          </a:p>
        </p:txBody>
      </p:sp>
      <p:sp>
        <p:nvSpPr>
          <p:cNvPr id="106" name="Google Shape;106;p12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Заголовок + текст в две колонки">
  <p:cSld name="2_Заголовок + текст в две колонки">
    <p:bg>
      <p:bgPr>
        <a:solidFill>
          <a:schemeClr val="lt2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 txBox="1"/>
          <p:nvPr>
            <p:ph idx="1" type="body"/>
          </p:nvPr>
        </p:nvSpPr>
        <p:spPr>
          <a:xfrm>
            <a:off x="677334" y="1773238"/>
            <a:ext cx="5304365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9" name="Google Shape;109;p13"/>
          <p:cNvSpPr txBox="1"/>
          <p:nvPr>
            <p:ph idx="2" type="body"/>
          </p:nvPr>
        </p:nvSpPr>
        <p:spPr>
          <a:xfrm>
            <a:off x="6228824" y="1773239"/>
            <a:ext cx="5304364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0" name="Google Shape;110;p13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Мокап телефона ">
  <p:cSld name="Мокап телефона 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4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3" name="Google Shape;113;p14"/>
          <p:cNvSpPr txBox="1"/>
          <p:nvPr>
            <p:ph idx="1" type="body"/>
          </p:nvPr>
        </p:nvSpPr>
        <p:spPr>
          <a:xfrm>
            <a:off x="671514" y="2055970"/>
            <a:ext cx="5418666" cy="4144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4" name="Google Shape;114;p14"/>
          <p:cNvSpPr txBox="1"/>
          <p:nvPr>
            <p:ph type="title"/>
          </p:nvPr>
        </p:nvSpPr>
        <p:spPr>
          <a:xfrm>
            <a:off x="677334" y="692150"/>
            <a:ext cx="5418666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15" name="Google Shape;115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582421" y="452282"/>
            <a:ext cx="3174791" cy="5991381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4"/>
          <p:cNvSpPr/>
          <p:nvPr>
            <p:ph idx="2" type="pic"/>
          </p:nvPr>
        </p:nvSpPr>
        <p:spPr>
          <a:xfrm>
            <a:off x="7951157" y="814745"/>
            <a:ext cx="2430752" cy="526077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скриншот (1)">
  <p:cSld name="Заголовок + скриншот (1)">
    <p:bg>
      <p:bgPr>
        <a:solidFill>
          <a:schemeClr val="lt2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5"/>
          <p:cNvSpPr txBox="1"/>
          <p:nvPr>
            <p:ph idx="1" type="body"/>
          </p:nvPr>
        </p:nvSpPr>
        <p:spPr>
          <a:xfrm>
            <a:off x="6096000" y="692150"/>
            <a:ext cx="5437187" cy="550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9" name="Google Shape;119;p15"/>
          <p:cNvSpPr txBox="1"/>
          <p:nvPr>
            <p:ph type="title"/>
          </p:nvPr>
        </p:nvSpPr>
        <p:spPr>
          <a:xfrm>
            <a:off x="677334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5"/>
          <p:cNvSpPr txBox="1"/>
          <p:nvPr>
            <p:ph idx="2" type="body"/>
          </p:nvPr>
        </p:nvSpPr>
        <p:spPr>
          <a:xfrm>
            <a:off x="671514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текст">
  <p:cSld name="Заголовок + текст">
    <p:bg>
      <p:bgPr>
        <a:solidFill>
          <a:schemeClr val="lt2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6"/>
          <p:cNvSpPr txBox="1"/>
          <p:nvPr>
            <p:ph idx="1" type="body"/>
          </p:nvPr>
        </p:nvSpPr>
        <p:spPr>
          <a:xfrm>
            <a:off x="671513" y="1773238"/>
            <a:ext cx="10861675" cy="4464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3" name="Google Shape;123;p16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аттерн + фото">
  <p:cSld name="Паттерн + фото">
    <p:bg>
      <p:bgPr>
        <a:solidFill>
          <a:schemeClr val="lt2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7"/>
          <p:cNvSpPr txBox="1"/>
          <p:nvPr>
            <p:ph idx="1" type="body"/>
          </p:nvPr>
        </p:nvSpPr>
        <p:spPr>
          <a:xfrm>
            <a:off x="671514" y="2558715"/>
            <a:ext cx="4165182" cy="36420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6" name="Google Shape;126;p17"/>
          <p:cNvSpPr txBox="1"/>
          <p:nvPr>
            <p:ph type="title"/>
          </p:nvPr>
        </p:nvSpPr>
        <p:spPr>
          <a:xfrm>
            <a:off x="677334" y="692149"/>
            <a:ext cx="3180792" cy="13487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7" name="Google Shape;127;p17"/>
          <p:cNvPicPr preferRelativeResize="0"/>
          <p:nvPr/>
        </p:nvPicPr>
        <p:blipFill rotWithShape="1">
          <a:blip r:embed="rId2">
            <a:alphaModFix/>
          </a:blip>
          <a:srcRect b="39" l="621" r="0" t="0"/>
          <a:stretch/>
        </p:blipFill>
        <p:spPr>
          <a:xfrm>
            <a:off x="5335631" y="0"/>
            <a:ext cx="6872200" cy="6855356"/>
          </a:xfrm>
          <a:custGeom>
            <a:rect b="b" l="l" r="r" t="t"/>
            <a:pathLst>
              <a:path extrusionOk="0" h="6855356" w="6872200">
                <a:moveTo>
                  <a:pt x="5172532" y="3455219"/>
                </a:moveTo>
                <a:cubicBezTo>
                  <a:pt x="5499707" y="3455219"/>
                  <a:pt x="5792960" y="3528040"/>
                  <a:pt x="6052290" y="3673628"/>
                </a:cubicBezTo>
                <a:cubicBezTo>
                  <a:pt x="6311647" y="3819244"/>
                  <a:pt x="6513116" y="4021018"/>
                  <a:pt x="6656750" y="4278950"/>
                </a:cubicBezTo>
                <a:cubicBezTo>
                  <a:pt x="6800384" y="4532724"/>
                  <a:pt x="6872200" y="4823927"/>
                  <a:pt x="6872200" y="5152588"/>
                </a:cubicBezTo>
                <a:cubicBezTo>
                  <a:pt x="6872200" y="5481249"/>
                  <a:pt x="6800384" y="5774545"/>
                  <a:pt x="6656750" y="6032478"/>
                </a:cubicBezTo>
                <a:cubicBezTo>
                  <a:pt x="6513116" y="6286251"/>
                  <a:pt x="6311647" y="6485932"/>
                  <a:pt x="6052290" y="6631548"/>
                </a:cubicBezTo>
                <a:cubicBezTo>
                  <a:pt x="5792960" y="6777135"/>
                  <a:pt x="5499707" y="6849957"/>
                  <a:pt x="5172532" y="6849957"/>
                </a:cubicBezTo>
                <a:cubicBezTo>
                  <a:pt x="4845384" y="6849957"/>
                  <a:pt x="4552131" y="6777135"/>
                  <a:pt x="4292801" y="6631548"/>
                </a:cubicBezTo>
                <a:cubicBezTo>
                  <a:pt x="4037443" y="6485932"/>
                  <a:pt x="3835948" y="6286251"/>
                  <a:pt x="3688342" y="6032478"/>
                </a:cubicBezTo>
                <a:cubicBezTo>
                  <a:pt x="3544708" y="5774545"/>
                  <a:pt x="3472891" y="5481249"/>
                  <a:pt x="3472891" y="5152588"/>
                </a:cubicBezTo>
                <a:cubicBezTo>
                  <a:pt x="3472891" y="4823927"/>
                  <a:pt x="3544708" y="4532724"/>
                  <a:pt x="3688342" y="4278950"/>
                </a:cubicBezTo>
                <a:cubicBezTo>
                  <a:pt x="3835948" y="4021018"/>
                  <a:pt x="4037443" y="3819244"/>
                  <a:pt x="4292801" y="3673628"/>
                </a:cubicBezTo>
                <a:cubicBezTo>
                  <a:pt x="4552131" y="3528040"/>
                  <a:pt x="4845384" y="3455219"/>
                  <a:pt x="5172532" y="3455219"/>
                </a:cubicBezTo>
                <a:close/>
                <a:moveTo>
                  <a:pt x="2986720" y="3455219"/>
                </a:moveTo>
                <a:cubicBezTo>
                  <a:pt x="3221752" y="3455219"/>
                  <a:pt x="3412299" y="3645508"/>
                  <a:pt x="3412299" y="3880250"/>
                </a:cubicBezTo>
                <a:lnTo>
                  <a:pt x="3412299" y="6430352"/>
                </a:lnTo>
                <a:cubicBezTo>
                  <a:pt x="3412299" y="6665066"/>
                  <a:pt x="3221752" y="6855356"/>
                  <a:pt x="2986720" y="6855356"/>
                </a:cubicBezTo>
                <a:cubicBezTo>
                  <a:pt x="2751660" y="6855356"/>
                  <a:pt x="2561116" y="6665066"/>
                  <a:pt x="2561116" y="6430352"/>
                </a:cubicBezTo>
                <a:lnTo>
                  <a:pt x="2561116" y="3880250"/>
                </a:lnTo>
                <a:cubicBezTo>
                  <a:pt x="2561116" y="3645508"/>
                  <a:pt x="2751660" y="3455219"/>
                  <a:pt x="2986720" y="3455219"/>
                </a:cubicBezTo>
                <a:close/>
                <a:moveTo>
                  <a:pt x="0" y="3455219"/>
                </a:moveTo>
                <a:lnTo>
                  <a:pt x="2285195" y="3455219"/>
                </a:lnTo>
                <a:lnTo>
                  <a:pt x="2285195" y="6855356"/>
                </a:lnTo>
                <a:cubicBezTo>
                  <a:pt x="1415843" y="6855356"/>
                  <a:pt x="981165" y="6855356"/>
                  <a:pt x="659952" y="6663607"/>
                </a:cubicBezTo>
                <a:cubicBezTo>
                  <a:pt x="467707" y="6548838"/>
                  <a:pt x="306935" y="6388295"/>
                  <a:pt x="192014" y="6196299"/>
                </a:cubicBezTo>
                <a:cubicBezTo>
                  <a:pt x="0" y="5875515"/>
                  <a:pt x="0" y="5441450"/>
                  <a:pt x="0" y="4573266"/>
                </a:cubicBezTo>
                <a:close/>
                <a:moveTo>
                  <a:pt x="5160091" y="0"/>
                </a:moveTo>
                <a:lnTo>
                  <a:pt x="5164453" y="0"/>
                </a:lnTo>
                <a:lnTo>
                  <a:pt x="5275907" y="52"/>
                </a:lnTo>
                <a:cubicBezTo>
                  <a:pt x="5524640" y="425"/>
                  <a:pt x="5662733" y="3407"/>
                  <a:pt x="5779943" y="27266"/>
                </a:cubicBezTo>
                <a:cubicBezTo>
                  <a:pt x="6312557" y="135674"/>
                  <a:pt x="6728787" y="551352"/>
                  <a:pt x="6837340" y="1083241"/>
                </a:cubicBezTo>
                <a:cubicBezTo>
                  <a:pt x="6864644" y="1217025"/>
                  <a:pt x="6864644" y="1378040"/>
                  <a:pt x="6864644" y="1700070"/>
                </a:cubicBezTo>
                <a:lnTo>
                  <a:pt x="6864644" y="3400137"/>
                </a:lnTo>
                <a:lnTo>
                  <a:pt x="5162272" y="3400137"/>
                </a:lnTo>
                <a:cubicBezTo>
                  <a:pt x="4839813" y="3400137"/>
                  <a:pt x="4678583" y="3400137"/>
                  <a:pt x="4544602" y="3372869"/>
                </a:cubicBezTo>
                <a:cubicBezTo>
                  <a:pt x="4012014" y="3264463"/>
                  <a:pt x="3595758" y="2848797"/>
                  <a:pt x="3487205" y="2316902"/>
                </a:cubicBezTo>
                <a:cubicBezTo>
                  <a:pt x="3459901" y="2183117"/>
                  <a:pt x="3459901" y="2022101"/>
                  <a:pt x="3459901" y="1700070"/>
                </a:cubicBezTo>
                <a:cubicBezTo>
                  <a:pt x="3459901" y="1378040"/>
                  <a:pt x="3459901" y="1217025"/>
                  <a:pt x="3487205" y="1083241"/>
                </a:cubicBezTo>
                <a:cubicBezTo>
                  <a:pt x="3595758" y="551352"/>
                  <a:pt x="4012014" y="135674"/>
                  <a:pt x="4544602" y="27266"/>
                </a:cubicBezTo>
                <a:cubicBezTo>
                  <a:pt x="4661835" y="3407"/>
                  <a:pt x="4799931" y="425"/>
                  <a:pt x="5048646" y="52"/>
                </a:cubicBezTo>
                <a:close/>
                <a:moveTo>
                  <a:pt x="1702374" y="0"/>
                </a:moveTo>
                <a:lnTo>
                  <a:pt x="3404743" y="0"/>
                </a:lnTo>
                <a:lnTo>
                  <a:pt x="3404743" y="3400137"/>
                </a:lnTo>
                <a:lnTo>
                  <a:pt x="1702374" y="3400137"/>
                </a:lnTo>
                <a:cubicBezTo>
                  <a:pt x="762181" y="3400137"/>
                  <a:pt x="0" y="2638994"/>
                  <a:pt x="0" y="1700071"/>
                </a:cubicBezTo>
                <a:cubicBezTo>
                  <a:pt x="0" y="761147"/>
                  <a:pt x="762178" y="0"/>
                  <a:pt x="1702374" y="0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Паттерн + фото">
  <p:cSld name="1_Паттерн + фото">
    <p:bg>
      <p:bgPr>
        <a:solidFill>
          <a:schemeClr val="lt2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8"/>
          <p:cNvSpPr txBox="1"/>
          <p:nvPr>
            <p:ph idx="1" type="body"/>
          </p:nvPr>
        </p:nvSpPr>
        <p:spPr>
          <a:xfrm>
            <a:off x="671514" y="2558715"/>
            <a:ext cx="4165182" cy="36420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0" name="Google Shape;130;p18"/>
          <p:cNvSpPr txBox="1"/>
          <p:nvPr>
            <p:ph type="title"/>
          </p:nvPr>
        </p:nvSpPr>
        <p:spPr>
          <a:xfrm>
            <a:off x="677334" y="692149"/>
            <a:ext cx="3180792" cy="13487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31" name="Google Shape;131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333139" y="0"/>
            <a:ext cx="6858000" cy="6858000"/>
          </a:xfrm>
          <a:custGeom>
            <a:rect b="b" l="l" r="r" t="t"/>
            <a:pathLst>
              <a:path extrusionOk="0" h="6858000" w="6858000">
                <a:moveTo>
                  <a:pt x="1708713" y="3459856"/>
                </a:moveTo>
                <a:cubicBezTo>
                  <a:pt x="2035880" y="3459856"/>
                  <a:pt x="2329130" y="3532775"/>
                  <a:pt x="2588468" y="3678558"/>
                </a:cubicBezTo>
                <a:cubicBezTo>
                  <a:pt x="2847820" y="3824369"/>
                  <a:pt x="3049288" y="4026414"/>
                  <a:pt x="3192922" y="4284692"/>
                </a:cubicBezTo>
                <a:cubicBezTo>
                  <a:pt x="3336556" y="4538807"/>
                  <a:pt x="3408373" y="4830401"/>
                  <a:pt x="3408373" y="5159502"/>
                </a:cubicBezTo>
                <a:cubicBezTo>
                  <a:pt x="3408373" y="5488604"/>
                  <a:pt x="3336556" y="5782294"/>
                  <a:pt x="3192922" y="6040572"/>
                </a:cubicBezTo>
                <a:cubicBezTo>
                  <a:pt x="3049288" y="6294687"/>
                  <a:pt x="2847820" y="6494635"/>
                  <a:pt x="2588468" y="6640446"/>
                </a:cubicBezTo>
                <a:cubicBezTo>
                  <a:pt x="2393965" y="6749783"/>
                  <a:pt x="2180386" y="6818135"/>
                  <a:pt x="1947729" y="6845477"/>
                </a:cubicBezTo>
                <a:lnTo>
                  <a:pt x="1728785" y="6858000"/>
                </a:lnTo>
                <a:lnTo>
                  <a:pt x="1688642" y="6858000"/>
                </a:lnTo>
                <a:lnTo>
                  <a:pt x="1469698" y="6845477"/>
                </a:lnTo>
                <a:cubicBezTo>
                  <a:pt x="1237042" y="6818135"/>
                  <a:pt x="1023462" y="6749783"/>
                  <a:pt x="828957" y="6640446"/>
                </a:cubicBezTo>
                <a:cubicBezTo>
                  <a:pt x="573607" y="6494635"/>
                  <a:pt x="372123" y="6294687"/>
                  <a:pt x="224498" y="6040572"/>
                </a:cubicBezTo>
                <a:cubicBezTo>
                  <a:pt x="80865" y="5782294"/>
                  <a:pt x="9049" y="5488604"/>
                  <a:pt x="9049" y="5159502"/>
                </a:cubicBezTo>
                <a:cubicBezTo>
                  <a:pt x="9049" y="4830401"/>
                  <a:pt x="80865" y="4538807"/>
                  <a:pt x="224498" y="4284692"/>
                </a:cubicBezTo>
                <a:cubicBezTo>
                  <a:pt x="372123" y="4026414"/>
                  <a:pt x="573607" y="3824369"/>
                  <a:pt x="828957" y="3678558"/>
                </a:cubicBezTo>
                <a:cubicBezTo>
                  <a:pt x="1088296" y="3532775"/>
                  <a:pt x="1381548" y="3459856"/>
                  <a:pt x="1708713" y="3459856"/>
                </a:cubicBezTo>
                <a:close/>
                <a:moveTo>
                  <a:pt x="3453272" y="3457153"/>
                </a:moveTo>
                <a:lnTo>
                  <a:pt x="5155643" y="3457153"/>
                </a:lnTo>
                <a:cubicBezTo>
                  <a:pt x="5478130" y="3457153"/>
                  <a:pt x="5639387" y="3457153"/>
                  <a:pt x="5773314" y="3484484"/>
                </a:cubicBezTo>
                <a:cubicBezTo>
                  <a:pt x="6305846" y="3592953"/>
                  <a:pt x="6722213" y="4009315"/>
                  <a:pt x="6830683" y="4541840"/>
                </a:cubicBezTo>
                <a:cubicBezTo>
                  <a:pt x="6854599" y="4659024"/>
                  <a:pt x="6857588" y="4797132"/>
                  <a:pt x="6857962" y="5045867"/>
                </a:cubicBezTo>
                <a:lnTo>
                  <a:pt x="6858000" y="5127440"/>
                </a:lnTo>
                <a:lnTo>
                  <a:pt x="6858000" y="6858000"/>
                </a:lnTo>
                <a:lnTo>
                  <a:pt x="3453272" y="6858000"/>
                </a:lnTo>
                <a:close/>
                <a:moveTo>
                  <a:pt x="6442695" y="0"/>
                </a:moveTo>
                <a:cubicBezTo>
                  <a:pt x="6618970" y="0"/>
                  <a:pt x="6770221" y="107180"/>
                  <a:pt x="6834829" y="259930"/>
                </a:cubicBezTo>
                <a:lnTo>
                  <a:pt x="6858000" y="334574"/>
                </a:lnTo>
                <a:lnTo>
                  <a:pt x="6858000" y="3070133"/>
                </a:lnTo>
                <a:lnTo>
                  <a:pt x="6834829" y="3144774"/>
                </a:lnTo>
                <a:cubicBezTo>
                  <a:pt x="6770221" y="3297517"/>
                  <a:pt x="6618970" y="3404698"/>
                  <a:pt x="6442695" y="3404698"/>
                </a:cubicBezTo>
                <a:cubicBezTo>
                  <a:pt x="6207636" y="3404698"/>
                  <a:pt x="6017089" y="3214154"/>
                  <a:pt x="6017089" y="2979125"/>
                </a:cubicBezTo>
                <a:lnTo>
                  <a:pt x="6017089" y="425587"/>
                </a:lnTo>
                <a:cubicBezTo>
                  <a:pt x="6017089" y="190543"/>
                  <a:pt x="6207636" y="0"/>
                  <a:pt x="6442695" y="0"/>
                </a:cubicBezTo>
                <a:close/>
                <a:moveTo>
                  <a:pt x="3455975" y="0"/>
                </a:moveTo>
                <a:lnTo>
                  <a:pt x="5741184" y="0"/>
                </a:lnTo>
                <a:lnTo>
                  <a:pt x="5741184" y="3404698"/>
                </a:lnTo>
                <a:cubicBezTo>
                  <a:pt x="4871823" y="3404698"/>
                  <a:pt x="4437143" y="3404698"/>
                  <a:pt x="4115924" y="3212692"/>
                </a:cubicBezTo>
                <a:cubicBezTo>
                  <a:pt x="3923695" y="3097770"/>
                  <a:pt x="3762907" y="2937012"/>
                  <a:pt x="3647983" y="2744760"/>
                </a:cubicBezTo>
                <a:cubicBezTo>
                  <a:pt x="3455975" y="2423551"/>
                  <a:pt x="3455975" y="1988882"/>
                  <a:pt x="3455975" y="1119542"/>
                </a:cubicBezTo>
                <a:close/>
                <a:moveTo>
                  <a:pt x="1698448" y="0"/>
                </a:moveTo>
                <a:cubicBezTo>
                  <a:pt x="2020916" y="0"/>
                  <a:pt x="2182148" y="0"/>
                  <a:pt x="2316116" y="27304"/>
                </a:cubicBezTo>
                <a:cubicBezTo>
                  <a:pt x="2848730" y="135857"/>
                  <a:pt x="3264960" y="552093"/>
                  <a:pt x="3373513" y="1084695"/>
                </a:cubicBezTo>
                <a:cubicBezTo>
                  <a:pt x="3400817" y="1218659"/>
                  <a:pt x="3400817" y="1379889"/>
                  <a:pt x="3400817" y="1702352"/>
                </a:cubicBezTo>
                <a:lnTo>
                  <a:pt x="3400817" y="3404699"/>
                </a:lnTo>
                <a:lnTo>
                  <a:pt x="1698448" y="3404699"/>
                </a:lnTo>
                <a:cubicBezTo>
                  <a:pt x="1375983" y="3404699"/>
                  <a:pt x="1214748" y="3404699"/>
                  <a:pt x="1080783" y="3377395"/>
                </a:cubicBezTo>
                <a:cubicBezTo>
                  <a:pt x="548174" y="3268844"/>
                  <a:pt x="131932" y="2852620"/>
                  <a:pt x="23378" y="2320011"/>
                </a:cubicBezTo>
                <a:cubicBezTo>
                  <a:pt x="13139" y="2269774"/>
                  <a:pt x="6740" y="2215703"/>
                  <a:pt x="2740" y="2150733"/>
                </a:cubicBezTo>
                <a:lnTo>
                  <a:pt x="0" y="2092728"/>
                </a:lnTo>
                <a:lnTo>
                  <a:pt x="0" y="1311978"/>
                </a:lnTo>
                <a:lnTo>
                  <a:pt x="2740" y="1253972"/>
                </a:lnTo>
                <a:cubicBezTo>
                  <a:pt x="6740" y="1189002"/>
                  <a:pt x="13139" y="1134932"/>
                  <a:pt x="23378" y="1084695"/>
                </a:cubicBezTo>
                <a:cubicBezTo>
                  <a:pt x="131932" y="552093"/>
                  <a:pt x="548174" y="135857"/>
                  <a:pt x="1080783" y="27304"/>
                </a:cubicBezTo>
                <a:cubicBezTo>
                  <a:pt x="1214748" y="0"/>
                  <a:pt x="1375980" y="0"/>
                  <a:pt x="1698448" y="0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инальный с QR + подпись">
  <p:cSld name="Финальный с QR + подпись">
    <p:bg>
      <p:bgPr>
        <a:solidFill>
          <a:schemeClr val="accent1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23251" y="692149"/>
            <a:ext cx="6168749" cy="616874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9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19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36" name="Google Shape;136;p19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37" name="Google Shape;13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813" y="5711140"/>
            <a:ext cx="2772297" cy="489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Финальный с QR + подпись">
  <p:cSld name="3_Финальный с QR + подпись">
    <p:bg>
      <p:bgPr>
        <a:solidFill>
          <a:schemeClr val="accent1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0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20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41" name="Google Shape;141;p20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42" name="Google Shape;142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297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94220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Финальный с QR + подпись">
  <p:cSld name="2_Финальный с QR + подпись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1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21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47" name="Google Shape;147;p21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48" name="Google Shape;148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300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33157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Финальный с QR + подпись">
  <p:cSld name="4_Финальный с QR + подпись">
    <p:bg>
      <p:bgPr>
        <a:solidFill>
          <a:schemeClr val="lt1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2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22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53" name="Google Shape;153;p22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54" name="Google Shape;154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300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94220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 раздела">
  <p:cSld name="1_Титульный слайд раздела">
    <p:bg>
      <p:bgPr>
        <a:solidFill>
          <a:schemeClr val="dk2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3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58" name="Google Shape;158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225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Титульный слайд раздела">
  <p:cSld name="3_Титульный слайд раздела">
    <p:bg>
      <p:bgPr>
        <a:solidFill>
          <a:schemeClr val="dk2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4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61" name="Google Shape;161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07980" y="0"/>
            <a:ext cx="3394294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объект">
  <p:cSld name="Заголовок + объект">
    <p:bg>
      <p:bgPr>
        <a:solidFill>
          <a:schemeClr val="lt2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5"/>
          <p:cNvSpPr txBox="1"/>
          <p:nvPr>
            <p:ph idx="1" type="body"/>
          </p:nvPr>
        </p:nvSpPr>
        <p:spPr>
          <a:xfrm>
            <a:off x="658813" y="1773238"/>
            <a:ext cx="10874375" cy="4447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 sz="160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4" name="Google Shape;164;p25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2 объекта">
  <p:cSld name="Заголовок + 2 объекта">
    <p:bg>
      <p:bgPr>
        <a:solidFill>
          <a:schemeClr val="lt2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6"/>
          <p:cNvSpPr txBox="1"/>
          <p:nvPr>
            <p:ph idx="1" type="body"/>
          </p:nvPr>
        </p:nvSpPr>
        <p:spPr>
          <a:xfrm>
            <a:off x="677334" y="1773238"/>
            <a:ext cx="5317065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7" name="Google Shape;167;p26"/>
          <p:cNvSpPr txBox="1"/>
          <p:nvPr>
            <p:ph idx="2" type="body"/>
          </p:nvPr>
        </p:nvSpPr>
        <p:spPr>
          <a:xfrm>
            <a:off x="6197604" y="1773238"/>
            <a:ext cx="5317062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8" name="Google Shape;168;p26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фото">
  <p:cSld name="1 фото">
    <p:bg>
      <p:bgPr>
        <a:solidFill>
          <a:schemeClr val="lt2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7"/>
          <p:cNvSpPr/>
          <p:nvPr>
            <p:ph idx="2" type="pic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71" name="Google Shape;171;p27"/>
          <p:cNvSpPr txBox="1"/>
          <p:nvPr>
            <p:ph type="title"/>
          </p:nvPr>
        </p:nvSpPr>
        <p:spPr>
          <a:xfrm>
            <a:off x="677334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27"/>
          <p:cNvSpPr txBox="1"/>
          <p:nvPr>
            <p:ph idx="1" type="body"/>
          </p:nvPr>
        </p:nvSpPr>
        <p:spPr>
          <a:xfrm>
            <a:off x="671514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1 фото">
  <p:cSld name="1_1 фото">
    <p:bg>
      <p:bgPr>
        <a:solidFill>
          <a:schemeClr val="lt2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8"/>
          <p:cNvSpPr/>
          <p:nvPr>
            <p:ph idx="2" type="pic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75" name="Google Shape;175;p28"/>
          <p:cNvSpPr txBox="1"/>
          <p:nvPr>
            <p:ph type="title"/>
          </p:nvPr>
        </p:nvSpPr>
        <p:spPr>
          <a:xfrm>
            <a:off x="6870171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28"/>
          <p:cNvSpPr txBox="1"/>
          <p:nvPr>
            <p:ph idx="1" type="body"/>
          </p:nvPr>
        </p:nvSpPr>
        <p:spPr>
          <a:xfrm>
            <a:off x="6864351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фото + подпись">
  <p:cSld name="1 фото + подпись">
    <p:bg>
      <p:bgPr>
        <a:solidFill>
          <a:schemeClr val="lt2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9"/>
          <p:cNvSpPr/>
          <p:nvPr>
            <p:ph idx="2" type="pic"/>
          </p:nvPr>
        </p:nvSpPr>
        <p:spPr>
          <a:xfrm>
            <a:off x="6096000" y="692151"/>
            <a:ext cx="5437188" cy="41821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79" name="Google Shape;179;p29"/>
          <p:cNvSpPr txBox="1"/>
          <p:nvPr>
            <p:ph idx="1" type="body"/>
          </p:nvPr>
        </p:nvSpPr>
        <p:spPr>
          <a:xfrm>
            <a:off x="6096000" y="5147214"/>
            <a:ext cx="5449888" cy="3528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0" name="Google Shape;180;p29"/>
          <p:cNvSpPr txBox="1"/>
          <p:nvPr>
            <p:ph idx="3" type="body"/>
          </p:nvPr>
        </p:nvSpPr>
        <p:spPr>
          <a:xfrm>
            <a:off x="6096000" y="5553075"/>
            <a:ext cx="5449888" cy="6842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1" name="Google Shape;181;p29"/>
          <p:cNvSpPr txBox="1"/>
          <p:nvPr>
            <p:ph type="title"/>
          </p:nvPr>
        </p:nvSpPr>
        <p:spPr>
          <a:xfrm>
            <a:off x="677334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29"/>
          <p:cNvSpPr txBox="1"/>
          <p:nvPr>
            <p:ph idx="4" type="body"/>
          </p:nvPr>
        </p:nvSpPr>
        <p:spPr>
          <a:xfrm>
            <a:off x="671514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 раздела">
  <p:cSld name="1_Титульный слайд раздела">
    <p:bg>
      <p:bgPr>
        <a:solidFill>
          <a:schemeClr val="dk2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1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28" name="Google Shape;228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225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Титульный слайд раздела">
  <p:cSld name="3_Титульный слайд раздела">
    <p:bg>
      <p:bgPr>
        <a:solidFill>
          <a:schemeClr val="dk2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2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31" name="Google Shape;231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07980" y="0"/>
            <a:ext cx="3394294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slideLayout" Target="../slideLayouts/slideLayout30.xml"/><Relationship Id="rId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58813" y="1773238"/>
            <a:ext cx="10855852" cy="4464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−"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2" name="Google Shape;12;p1"/>
          <p:cNvGrpSpPr/>
          <p:nvPr/>
        </p:nvGrpSpPr>
        <p:grpSpPr>
          <a:xfrm>
            <a:off x="0" y="-114752"/>
            <a:ext cx="12188148" cy="64309"/>
            <a:chOff x="0" y="1773238"/>
            <a:chExt cx="12188148" cy="735184"/>
          </a:xfrm>
        </p:grpSpPr>
        <p:cxnSp>
          <p:nvCxnSpPr>
            <p:cNvPr id="13" name="Google Shape;13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4" name="Google Shape;14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" name="Google Shape;15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" name="Google Shape;16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" name="Google Shape;17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" name="Google Shape;18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" name="Google Shape;19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" name="Google Shape;20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" name="Google Shape;21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" name="Google Shape;22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" name="Google Shape;23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" name="Google Shape;24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" name="Google Shape;25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6" name="Google Shape;26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" name="Google Shape;27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" name="Google Shape;28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" name="Google Shape;29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" name="Google Shape;30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" name="Google Shape;31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grpSp>
        <p:nvGrpSpPr>
          <p:cNvPr id="32" name="Google Shape;32;p1"/>
          <p:cNvGrpSpPr/>
          <p:nvPr/>
        </p:nvGrpSpPr>
        <p:grpSpPr>
          <a:xfrm>
            <a:off x="-3" y="6987088"/>
            <a:ext cx="12188148" cy="64309"/>
            <a:chOff x="0" y="1773238"/>
            <a:chExt cx="12188148" cy="735184"/>
          </a:xfrm>
        </p:grpSpPr>
        <p:cxnSp>
          <p:nvCxnSpPr>
            <p:cNvPr id="33" name="Google Shape;33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" name="Google Shape;34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" name="Google Shape;35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" name="Google Shape;36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" name="Google Shape;37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8" name="Google Shape;38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9" name="Google Shape;39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0" name="Google Shape;40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1" name="Google Shape;41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2" name="Google Shape;42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3" name="Google Shape;43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4" name="Google Shape;44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5" name="Google Shape;45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6" name="Google Shape;46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7" name="Google Shape;47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8" name="Google Shape;48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9" name="Google Shape;49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0" name="Google Shape;50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1" name="Google Shape;51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415">
          <p15:clr>
            <a:srgbClr val="FDE53C"/>
          </p15:clr>
        </p15:guide>
        <p15:guide id="2" pos="7265">
          <p15:clr>
            <a:srgbClr val="FDE53C"/>
          </p15:clr>
        </p15:guide>
        <p15:guide id="3" orient="horz" pos="3906">
          <p15:clr>
            <a:srgbClr val="FDE53C"/>
          </p15:clr>
        </p15:guide>
        <p15:guide id="4" pos="3840">
          <p15:clr>
            <a:srgbClr val="FDE53C"/>
          </p15:clr>
        </p15:guide>
        <p15:guide id="5" orient="horz" pos="436">
          <p15:clr>
            <a:srgbClr val="FDE53C"/>
          </p15:clr>
        </p15:guide>
        <p15:guide id="6" orient="horz" pos="1117">
          <p15:clr>
            <a:srgbClr val="FDE53C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0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85" name="Google Shape;185;p30"/>
          <p:cNvSpPr txBox="1"/>
          <p:nvPr>
            <p:ph idx="1" type="body"/>
          </p:nvPr>
        </p:nvSpPr>
        <p:spPr>
          <a:xfrm>
            <a:off x="658813" y="1773238"/>
            <a:ext cx="10855852" cy="4464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−"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86" name="Google Shape;186;p30"/>
          <p:cNvGrpSpPr/>
          <p:nvPr/>
        </p:nvGrpSpPr>
        <p:grpSpPr>
          <a:xfrm>
            <a:off x="0" y="-114752"/>
            <a:ext cx="12188148" cy="64309"/>
            <a:chOff x="0" y="1773238"/>
            <a:chExt cx="12188148" cy="735184"/>
          </a:xfrm>
        </p:grpSpPr>
        <p:cxnSp>
          <p:nvCxnSpPr>
            <p:cNvPr id="187" name="Google Shape;187;p30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8" name="Google Shape;188;p30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9" name="Google Shape;189;p30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0" name="Google Shape;190;p30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1" name="Google Shape;191;p30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2" name="Google Shape;192;p30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3" name="Google Shape;193;p30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4" name="Google Shape;194;p30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5" name="Google Shape;195;p30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6" name="Google Shape;196;p30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7" name="Google Shape;197;p30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8" name="Google Shape;198;p30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9" name="Google Shape;199;p30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0" name="Google Shape;200;p30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1" name="Google Shape;201;p30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2" name="Google Shape;202;p30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3" name="Google Shape;203;p30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4" name="Google Shape;204;p30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5" name="Google Shape;205;p30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grpSp>
        <p:nvGrpSpPr>
          <p:cNvPr id="206" name="Google Shape;206;p30"/>
          <p:cNvGrpSpPr/>
          <p:nvPr/>
        </p:nvGrpSpPr>
        <p:grpSpPr>
          <a:xfrm>
            <a:off x="-3" y="6987088"/>
            <a:ext cx="12188148" cy="64309"/>
            <a:chOff x="0" y="1773238"/>
            <a:chExt cx="12188148" cy="735184"/>
          </a:xfrm>
        </p:grpSpPr>
        <p:cxnSp>
          <p:nvCxnSpPr>
            <p:cNvPr id="207" name="Google Shape;207;p30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8" name="Google Shape;208;p30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9" name="Google Shape;209;p30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0" name="Google Shape;210;p30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1" name="Google Shape;211;p30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2" name="Google Shape;212;p30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3" name="Google Shape;213;p30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4" name="Google Shape;214;p30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5" name="Google Shape;215;p30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6" name="Google Shape;216;p30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7" name="Google Shape;217;p30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8" name="Google Shape;218;p30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9" name="Google Shape;219;p30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0" name="Google Shape;220;p30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1" name="Google Shape;221;p30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2" name="Google Shape;222;p30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3" name="Google Shape;223;p30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4" name="Google Shape;224;p30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5" name="Google Shape;225;p30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6" r:id="rId1"/>
    <p:sldLayoutId id="2147483677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415">
          <p15:clr>
            <a:srgbClr val="FDE53C"/>
          </p15:clr>
        </p15:guide>
        <p15:guide id="2" pos="7265">
          <p15:clr>
            <a:srgbClr val="FDE53C"/>
          </p15:clr>
        </p15:guide>
        <p15:guide id="3" orient="horz" pos="3906">
          <p15:clr>
            <a:srgbClr val="FDE53C"/>
          </p15:clr>
        </p15:guide>
        <p15:guide id="4" pos="3840">
          <p15:clr>
            <a:srgbClr val="FDE53C"/>
          </p15:clr>
        </p15:guide>
        <p15:guide id="5" orient="horz" pos="436">
          <p15:clr>
            <a:srgbClr val="FDE53C"/>
          </p15:clr>
        </p15:guide>
        <p15:guide id="6" orient="horz" pos="1117">
          <p15:clr>
            <a:srgbClr val="FDE53C"/>
          </p15:clr>
        </p15:guide>
      </p15:sldGuideLst>
    </p:ext>
  </p:extLst>
</p:sldMaster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27.png"/><Relationship Id="rId3" Type="http://schemas.openxmlformats.org/officeDocument/2006/relationships/image" Target="../media/image228.png"/><Relationship Id="rId4" Type="http://schemas.openxmlformats.org/officeDocument/2006/relationships/image" Target="../media/image229.png"/><Relationship Id="rId5" Type="http://schemas.openxmlformats.org/officeDocument/2006/relationships/image" Target="../media/image230.png"/><Relationship Id="rId6" Type="http://schemas.openxmlformats.org/officeDocument/2006/relationships/image" Target="../media/image231.png"/><Relationship Id="rId7" Type="http://schemas.openxmlformats.org/officeDocument/2006/relationships/hyperlink" Target="https://www.figma.com/file/sVARvsqs7Npc84xaHlniX7/%F0%9F%A7%A9-VKUI-Icons-Library?type=design&amp;node-id=94%3A6307&amp;mode=design&amp;t=5iYjSQsap5UdmwiW-1" TargetMode="External"/><Relationship Id="rId8" Type="http://schemas.openxmlformats.org/officeDocument/2006/relationships/chart" Target="../charts/chart3.xml"/><Relationship Id="rId9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hyperlink" Target="https://www.figma.com/file/sVARvsqs7Npc84xaHlniX7/%F0%9F%A7%A9-VKUI-Icons-Library?type=design&amp;node-id=94%3A6307&amp;mode=design&amp;t=5iYjSQsap5UdmwiW-1" TargetMode="External"/><Relationship Id="rId3" Type="http://schemas.openxmlformats.org/officeDocument/2006/relationships/image" Target="../media/image237.png"/><Relationship Id="rId4" Type="http://schemas.openxmlformats.org/officeDocument/2006/relationships/image" Target="../media/image229.png"/><Relationship Id="rId5" Type="http://schemas.openxmlformats.org/officeDocument/2006/relationships/image" Target="../media/image238.png"/><Relationship Id="rId6" Type="http://schemas.openxmlformats.org/officeDocument/2006/relationships/chart" Target="../charts/chart4.xml"/><Relationship Id="rId7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Relationship Id="rId9" Type="http://schemas.openxmlformats.org/officeDocument/2006/relationships/image" Target="../media/image27.png"/><Relationship Id="rId10" Type="http://schemas.openxmlformats.org/officeDocument/2006/relationships/image" Target="../media/image28.png"/><Relationship Id="rId11" Type="http://schemas.openxmlformats.org/officeDocument/2006/relationships/image" Target="../media/image29.png"/><Relationship Id="rId12" Type="http://schemas.openxmlformats.org/officeDocument/2006/relationships/image" Target="../media/image30.png"/><Relationship Id="rId13" Type="http://schemas.openxmlformats.org/officeDocument/2006/relationships/image" Target="../media/image35.png"/><Relationship Id="rId14" Type="http://schemas.openxmlformats.org/officeDocument/2006/relationships/image" Target="../media/image32.png"/><Relationship Id="rId15" Type="http://schemas.openxmlformats.org/officeDocument/2006/relationships/image" Target="../media/image31.png"/><Relationship Id="rId16" Type="http://schemas.openxmlformats.org/officeDocument/2006/relationships/image" Target="../media/image34.png"/><Relationship Id="rId17" Type="http://schemas.openxmlformats.org/officeDocument/2006/relationships/image" Target="../media/image33.png"/><Relationship Id="rId18" Type="http://schemas.openxmlformats.org/officeDocument/2006/relationships/image" Target="../media/image37.png"/><Relationship Id="rId19" Type="http://schemas.openxmlformats.org/officeDocument/2006/relationships/image" Target="../media/image36.png"/><Relationship Id="rId20" Type="http://schemas.openxmlformats.org/officeDocument/2006/relationships/image" Target="../media/image38.png"/><Relationship Id="rId21" Type="http://schemas.openxmlformats.org/officeDocument/2006/relationships/image" Target="../media/image39.png"/><Relationship Id="rId22" Type="http://schemas.openxmlformats.org/officeDocument/2006/relationships/image" Target="../media/image40.png"/><Relationship Id="rId23" Type="http://schemas.openxmlformats.org/officeDocument/2006/relationships/image" Target="../media/image41.png"/><Relationship Id="rId24" Type="http://schemas.openxmlformats.org/officeDocument/2006/relationships/image" Target="../media/image42.png"/><Relationship Id="rId25" Type="http://schemas.openxmlformats.org/officeDocument/2006/relationships/image" Target="../media/image43.png"/><Relationship Id="rId26" Type="http://schemas.openxmlformats.org/officeDocument/2006/relationships/image" Target="../media/image44.png"/><Relationship Id="rId27" Type="http://schemas.openxmlformats.org/officeDocument/2006/relationships/image" Target="../media/image45.png"/><Relationship Id="rId28" Type="http://schemas.openxmlformats.org/officeDocument/2006/relationships/image" Target="../media/image46.png"/><Relationship Id="rId29" Type="http://schemas.openxmlformats.org/officeDocument/2006/relationships/image" Target="../media/image47.png"/><Relationship Id="rId30" Type="http://schemas.openxmlformats.org/officeDocument/2006/relationships/image" Target="../media/image49.png"/><Relationship Id="rId31" Type="http://schemas.openxmlformats.org/officeDocument/2006/relationships/image" Target="../media/image48.png"/><Relationship Id="rId32" Type="http://schemas.openxmlformats.org/officeDocument/2006/relationships/image" Target="../media/image50.png"/><Relationship Id="rId33" Type="http://schemas.openxmlformats.org/officeDocument/2006/relationships/image" Target="../media/image53.png"/><Relationship Id="rId34" Type="http://schemas.openxmlformats.org/officeDocument/2006/relationships/image" Target="../media/image52.png"/><Relationship Id="rId35" Type="http://schemas.openxmlformats.org/officeDocument/2006/relationships/image" Target="../media/image51.png"/><Relationship Id="rId36" Type="http://schemas.openxmlformats.org/officeDocument/2006/relationships/image" Target="../media/image54.png"/><Relationship Id="rId37" Type="http://schemas.openxmlformats.org/officeDocument/2006/relationships/image" Target="../media/image55.png"/><Relationship Id="rId38" Type="http://schemas.openxmlformats.org/officeDocument/2006/relationships/image" Target="../media/image56.png"/><Relationship Id="rId39" Type="http://schemas.openxmlformats.org/officeDocument/2006/relationships/image" Target="../media/image57.png"/><Relationship Id="rId40" Type="http://schemas.openxmlformats.org/officeDocument/2006/relationships/image" Target="../media/image58.png"/><Relationship Id="rId41" Type="http://schemas.openxmlformats.org/officeDocument/2006/relationships/image" Target="../media/image59.png"/><Relationship Id="rId42" Type="http://schemas.openxmlformats.org/officeDocument/2006/relationships/image" Target="../media/image60.png"/><Relationship Id="rId43" Type="http://schemas.openxmlformats.org/officeDocument/2006/relationships/image" Target="../media/image61.png"/><Relationship Id="rId44" Type="http://schemas.openxmlformats.org/officeDocument/2006/relationships/image" Target="../media/image62.png"/><Relationship Id="rId45" Type="http://schemas.openxmlformats.org/officeDocument/2006/relationships/image" Target="../media/image63.png"/><Relationship Id="rId46" Type="http://schemas.openxmlformats.org/officeDocument/2006/relationships/image" Target="../media/image64.png"/><Relationship Id="rId47" Type="http://schemas.openxmlformats.org/officeDocument/2006/relationships/image" Target="../media/image65.png"/><Relationship Id="rId48" Type="http://schemas.openxmlformats.org/officeDocument/2006/relationships/image" Target="../media/image66.png"/><Relationship Id="rId49" Type="http://schemas.openxmlformats.org/officeDocument/2006/relationships/image" Target="../media/image67.png"/><Relationship Id="rId50" Type="http://schemas.openxmlformats.org/officeDocument/2006/relationships/image" Target="../media/image68.png"/><Relationship Id="rId51" Type="http://schemas.openxmlformats.org/officeDocument/2006/relationships/image" Target="../media/image69.png"/><Relationship Id="rId52" Type="http://schemas.openxmlformats.org/officeDocument/2006/relationships/image" Target="../media/image70.png"/><Relationship Id="rId53" Type="http://schemas.openxmlformats.org/officeDocument/2006/relationships/image" Target="../media/image71.png"/><Relationship Id="rId54" Type="http://schemas.openxmlformats.org/officeDocument/2006/relationships/image" Target="../media/image72.png"/><Relationship Id="rId55" Type="http://schemas.openxmlformats.org/officeDocument/2006/relationships/image" Target="../media/image73.png"/><Relationship Id="rId56" Type="http://schemas.openxmlformats.org/officeDocument/2006/relationships/image" Target="../media/image74.png"/><Relationship Id="rId57" Type="http://schemas.openxmlformats.org/officeDocument/2006/relationships/image" Target="../media/image75.png"/><Relationship Id="rId58" Type="http://schemas.openxmlformats.org/officeDocument/2006/relationships/image" Target="../media/image76.png"/><Relationship Id="rId59" Type="http://schemas.openxmlformats.org/officeDocument/2006/relationships/image" Target="../media/image77.png"/><Relationship Id="rId60" Type="http://schemas.openxmlformats.org/officeDocument/2006/relationships/image" Target="../media/image79.png"/><Relationship Id="rId61" Type="http://schemas.openxmlformats.org/officeDocument/2006/relationships/image" Target="../media/image78.png"/><Relationship Id="rId62" Type="http://schemas.openxmlformats.org/officeDocument/2006/relationships/image" Target="../media/image80.png"/><Relationship Id="rId63" Type="http://schemas.openxmlformats.org/officeDocument/2006/relationships/image" Target="../media/image82.png"/><Relationship Id="rId64" Type="http://schemas.openxmlformats.org/officeDocument/2006/relationships/image" Target="../media/image81.png"/><Relationship Id="rId65" Type="http://schemas.openxmlformats.org/officeDocument/2006/relationships/image" Target="../media/image83.png"/><Relationship Id="rId66" Type="http://schemas.openxmlformats.org/officeDocument/2006/relationships/image" Target="../media/image84.png"/><Relationship Id="rId67" Type="http://schemas.openxmlformats.org/officeDocument/2006/relationships/image" Target="../media/image85.png"/><Relationship Id="rId68" Type="http://schemas.openxmlformats.org/officeDocument/2006/relationships/image" Target="../media/image86.png"/><Relationship Id="rId69" Type="http://schemas.openxmlformats.org/officeDocument/2006/relationships/image" Target="../media/image87.png"/><Relationship Id="rId70" Type="http://schemas.openxmlformats.org/officeDocument/2006/relationships/image" Target="../media/image88.png"/><Relationship Id="rId71" Type="http://schemas.openxmlformats.org/officeDocument/2006/relationships/image" Target="../media/image89.png"/><Relationship Id="rId72" Type="http://schemas.openxmlformats.org/officeDocument/2006/relationships/image" Target="../media/image90.png"/><Relationship Id="rId73" Type="http://schemas.openxmlformats.org/officeDocument/2006/relationships/image" Target="../media/image91.png"/><Relationship Id="rId74" Type="http://schemas.openxmlformats.org/officeDocument/2006/relationships/image" Target="../media/image92.png"/><Relationship Id="rId75" Type="http://schemas.openxmlformats.org/officeDocument/2006/relationships/image" Target="../media/image93.png"/><Relationship Id="rId76" Type="http://schemas.openxmlformats.org/officeDocument/2006/relationships/image" Target="../media/image94.png"/><Relationship Id="rId77" Type="http://schemas.openxmlformats.org/officeDocument/2006/relationships/image" Target="../media/image95.png"/><Relationship Id="rId78" Type="http://schemas.openxmlformats.org/officeDocument/2006/relationships/image" Target="../media/image96.png"/><Relationship Id="rId79" Type="http://schemas.openxmlformats.org/officeDocument/2006/relationships/image" Target="../media/image97.png"/><Relationship Id="rId80" Type="http://schemas.openxmlformats.org/officeDocument/2006/relationships/image" Target="../media/image98.png"/><Relationship Id="rId81" Type="http://schemas.openxmlformats.org/officeDocument/2006/relationships/image" Target="../media/image100.png"/><Relationship Id="rId82" Type="http://schemas.openxmlformats.org/officeDocument/2006/relationships/image" Target="../media/image99.png"/><Relationship Id="rId83" Type="http://schemas.openxmlformats.org/officeDocument/2006/relationships/image" Target="../media/image101.png"/><Relationship Id="rId84" Type="http://schemas.openxmlformats.org/officeDocument/2006/relationships/image" Target="../media/image103.png"/><Relationship Id="rId85" Type="http://schemas.openxmlformats.org/officeDocument/2006/relationships/image" Target="../media/image102.png"/><Relationship Id="rId86" Type="http://schemas.openxmlformats.org/officeDocument/2006/relationships/image" Target="../media/image104.png"/><Relationship Id="rId87" Type="http://schemas.openxmlformats.org/officeDocument/2006/relationships/image" Target="../media/image105.png"/><Relationship Id="rId88" Type="http://schemas.openxmlformats.org/officeDocument/2006/relationships/image" Target="../media/image106.png"/><Relationship Id="rId89" Type="http://schemas.openxmlformats.org/officeDocument/2006/relationships/image" Target="../media/image107.png"/><Relationship Id="rId90" Type="http://schemas.openxmlformats.org/officeDocument/2006/relationships/image" Target="../media/image108.png"/><Relationship Id="rId91" Type="http://schemas.openxmlformats.org/officeDocument/2006/relationships/image" Target="../media/image109.png"/><Relationship Id="rId92" Type="http://schemas.openxmlformats.org/officeDocument/2006/relationships/image" Target="../media/image110.png"/><Relationship Id="rId93" Type="http://schemas.openxmlformats.org/officeDocument/2006/relationships/image" Target="../media/image111.png"/><Relationship Id="rId94" Type="http://schemas.openxmlformats.org/officeDocument/2006/relationships/image" Target="../media/image113.png"/><Relationship Id="rId95" Type="http://schemas.openxmlformats.org/officeDocument/2006/relationships/image" Target="../media/image112.png"/><Relationship Id="rId96" Type="http://schemas.openxmlformats.org/officeDocument/2006/relationships/image" Target="../media/image114.png"/><Relationship Id="rId97" Type="http://schemas.openxmlformats.org/officeDocument/2006/relationships/image" Target="../media/image115.png"/><Relationship Id="rId98" Type="http://schemas.openxmlformats.org/officeDocument/2006/relationships/image" Target="../media/image116.png"/><Relationship Id="rId99" Type="http://schemas.openxmlformats.org/officeDocument/2006/relationships/image" Target="../media/image117.png"/><Relationship Id="rId100" Type="http://schemas.openxmlformats.org/officeDocument/2006/relationships/image" Target="../media/image118.png"/><Relationship Id="rId101" Type="http://schemas.openxmlformats.org/officeDocument/2006/relationships/image" Target="../media/image121.png"/><Relationship Id="rId102" Type="http://schemas.openxmlformats.org/officeDocument/2006/relationships/image" Target="../media/image119.png"/><Relationship Id="rId103" Type="http://schemas.openxmlformats.org/officeDocument/2006/relationships/image" Target="../media/image125.png"/><Relationship Id="rId104" Type="http://schemas.openxmlformats.org/officeDocument/2006/relationships/image" Target="../media/image122.png"/><Relationship Id="rId105" Type="http://schemas.openxmlformats.org/officeDocument/2006/relationships/image" Target="../media/image120.png"/><Relationship Id="rId106" Type="http://schemas.openxmlformats.org/officeDocument/2006/relationships/image" Target="../media/image123.png"/><Relationship Id="rId107" Type="http://schemas.openxmlformats.org/officeDocument/2006/relationships/image" Target="../media/image124.png"/><Relationship Id="rId108" Type="http://schemas.openxmlformats.org/officeDocument/2006/relationships/image" Target="../media/image126.png"/><Relationship Id="rId109" Type="http://schemas.openxmlformats.org/officeDocument/2006/relationships/image" Target="../media/image128.png"/><Relationship Id="rId110" Type="http://schemas.openxmlformats.org/officeDocument/2006/relationships/image" Target="../media/image127.png"/><Relationship Id="rId111" Type="http://schemas.openxmlformats.org/officeDocument/2006/relationships/image" Target="../media/image130.png"/><Relationship Id="rId112" Type="http://schemas.openxmlformats.org/officeDocument/2006/relationships/image" Target="../media/image131.png"/><Relationship Id="rId113" Type="http://schemas.openxmlformats.org/officeDocument/2006/relationships/image" Target="../media/image129.png"/><Relationship Id="rId114" Type="http://schemas.openxmlformats.org/officeDocument/2006/relationships/image" Target="../media/image134.png"/><Relationship Id="rId115" Type="http://schemas.openxmlformats.org/officeDocument/2006/relationships/image" Target="../media/image133.png"/><Relationship Id="rId116" Type="http://schemas.openxmlformats.org/officeDocument/2006/relationships/image" Target="../media/image135.png"/><Relationship Id="rId117" Type="http://schemas.openxmlformats.org/officeDocument/2006/relationships/image" Target="../media/image132.png"/><Relationship Id="rId118" Type="http://schemas.openxmlformats.org/officeDocument/2006/relationships/image" Target="../media/image136.png"/><Relationship Id="rId119" Type="http://schemas.openxmlformats.org/officeDocument/2006/relationships/image" Target="../media/image138.png"/><Relationship Id="rId120" Type="http://schemas.openxmlformats.org/officeDocument/2006/relationships/image" Target="../media/image137.png"/><Relationship Id="rId121" Type="http://schemas.openxmlformats.org/officeDocument/2006/relationships/image" Target="../media/image139.png"/><Relationship Id="rId122" Type="http://schemas.openxmlformats.org/officeDocument/2006/relationships/image" Target="../media/image140.png"/><Relationship Id="rId123" Type="http://schemas.openxmlformats.org/officeDocument/2006/relationships/image" Target="../media/image141.png"/><Relationship Id="rId124" Type="http://schemas.openxmlformats.org/officeDocument/2006/relationships/image" Target="../media/image143.png"/><Relationship Id="rId125" Type="http://schemas.openxmlformats.org/officeDocument/2006/relationships/image" Target="../media/image142.png"/><Relationship Id="rId126" Type="http://schemas.openxmlformats.org/officeDocument/2006/relationships/image" Target="../media/image144.png"/><Relationship Id="rId127" Type="http://schemas.openxmlformats.org/officeDocument/2006/relationships/image" Target="../media/image145.png"/><Relationship Id="rId128" Type="http://schemas.openxmlformats.org/officeDocument/2006/relationships/image" Target="../media/image147.png"/><Relationship Id="rId129" Type="http://schemas.openxmlformats.org/officeDocument/2006/relationships/image" Target="../media/image146.png"/><Relationship Id="rId130" Type="http://schemas.openxmlformats.org/officeDocument/2006/relationships/image" Target="../media/image148.png"/><Relationship Id="rId131" Type="http://schemas.openxmlformats.org/officeDocument/2006/relationships/image" Target="../media/image149.png"/><Relationship Id="rId132" Type="http://schemas.openxmlformats.org/officeDocument/2006/relationships/image" Target="../media/image150.png"/><Relationship Id="rId133" Type="http://schemas.openxmlformats.org/officeDocument/2006/relationships/image" Target="../media/image151.png"/><Relationship Id="rId134" Type="http://schemas.openxmlformats.org/officeDocument/2006/relationships/image" Target="../media/image152.png"/><Relationship Id="rId135" Type="http://schemas.openxmlformats.org/officeDocument/2006/relationships/image" Target="../media/image153.png"/><Relationship Id="rId136" Type="http://schemas.openxmlformats.org/officeDocument/2006/relationships/image" Target="../media/image154.png"/><Relationship Id="rId137" Type="http://schemas.openxmlformats.org/officeDocument/2006/relationships/image" Target="../media/image155.png"/><Relationship Id="rId138" Type="http://schemas.openxmlformats.org/officeDocument/2006/relationships/image" Target="../media/image156.png"/><Relationship Id="rId139" Type="http://schemas.openxmlformats.org/officeDocument/2006/relationships/image" Target="../media/image157.png"/><Relationship Id="rId140" Type="http://schemas.openxmlformats.org/officeDocument/2006/relationships/image" Target="../media/image159.png"/><Relationship Id="rId141" Type="http://schemas.openxmlformats.org/officeDocument/2006/relationships/image" Target="../media/image158.png"/><Relationship Id="rId142" Type="http://schemas.openxmlformats.org/officeDocument/2006/relationships/image" Target="../media/image160.png"/><Relationship Id="rId143" Type="http://schemas.openxmlformats.org/officeDocument/2006/relationships/image" Target="../media/image161.png"/><Relationship Id="rId144" Type="http://schemas.openxmlformats.org/officeDocument/2006/relationships/image" Target="../media/image163.png"/><Relationship Id="rId145" Type="http://schemas.openxmlformats.org/officeDocument/2006/relationships/image" Target="../media/image162.png"/><Relationship Id="rId146" Type="http://schemas.openxmlformats.org/officeDocument/2006/relationships/image" Target="../media/image164.png"/><Relationship Id="rId147" Type="http://schemas.openxmlformats.org/officeDocument/2006/relationships/image" Target="../media/image165.png"/><Relationship Id="rId148" Type="http://schemas.openxmlformats.org/officeDocument/2006/relationships/image" Target="../media/image166.png"/><Relationship Id="rId149" Type="http://schemas.openxmlformats.org/officeDocument/2006/relationships/image" Target="../media/image167.png"/><Relationship Id="rId150" Type="http://schemas.openxmlformats.org/officeDocument/2006/relationships/image" Target="../media/image168.png"/><Relationship Id="rId151" Type="http://schemas.openxmlformats.org/officeDocument/2006/relationships/image" Target="../media/image169.png"/><Relationship Id="rId152" Type="http://schemas.openxmlformats.org/officeDocument/2006/relationships/image" Target="../media/image171.png"/><Relationship Id="rId153" Type="http://schemas.openxmlformats.org/officeDocument/2006/relationships/image" Target="../media/image170.png"/><Relationship Id="rId154" Type="http://schemas.openxmlformats.org/officeDocument/2006/relationships/image" Target="../media/image172.png"/><Relationship Id="rId155" Type="http://schemas.openxmlformats.org/officeDocument/2006/relationships/image" Target="../media/image173.png"/><Relationship Id="rId156" Type="http://schemas.openxmlformats.org/officeDocument/2006/relationships/image" Target="../media/image174.png"/><Relationship Id="rId157" Type="http://schemas.openxmlformats.org/officeDocument/2006/relationships/image" Target="../media/image175.png"/><Relationship Id="rId158" Type="http://schemas.openxmlformats.org/officeDocument/2006/relationships/image" Target="../media/image176.png"/><Relationship Id="rId159" Type="http://schemas.openxmlformats.org/officeDocument/2006/relationships/image" Target="../media/image177.png"/><Relationship Id="rId160" Type="http://schemas.openxmlformats.org/officeDocument/2006/relationships/image" Target="../media/image178.png"/><Relationship Id="rId161" Type="http://schemas.openxmlformats.org/officeDocument/2006/relationships/image" Target="../media/image179.png"/><Relationship Id="rId162" Type="http://schemas.openxmlformats.org/officeDocument/2006/relationships/image" Target="../media/image180.png"/><Relationship Id="rId163" Type="http://schemas.openxmlformats.org/officeDocument/2006/relationships/image" Target="../media/image181.png"/><Relationship Id="rId164" Type="http://schemas.openxmlformats.org/officeDocument/2006/relationships/image" Target="../media/image182.png"/><Relationship Id="rId165" Type="http://schemas.openxmlformats.org/officeDocument/2006/relationships/image" Target="../media/image183.png"/><Relationship Id="rId166" Type="http://schemas.openxmlformats.org/officeDocument/2006/relationships/image" Target="../media/image184.png"/><Relationship Id="rId167" Type="http://schemas.openxmlformats.org/officeDocument/2006/relationships/image" Target="../media/image186.png"/><Relationship Id="rId168" Type="http://schemas.openxmlformats.org/officeDocument/2006/relationships/image" Target="../media/image185.png"/><Relationship Id="rId169" Type="http://schemas.openxmlformats.org/officeDocument/2006/relationships/image" Target="../media/image187.png"/><Relationship Id="rId170" Type="http://schemas.openxmlformats.org/officeDocument/2006/relationships/image" Target="../media/image188.png"/><Relationship Id="rId171" Type="http://schemas.openxmlformats.org/officeDocument/2006/relationships/image" Target="../media/image189.png"/><Relationship Id="rId172" Type="http://schemas.openxmlformats.org/officeDocument/2006/relationships/image" Target="../media/image191.png"/><Relationship Id="rId173" Type="http://schemas.openxmlformats.org/officeDocument/2006/relationships/image" Target="../media/image190.png"/><Relationship Id="rId174" Type="http://schemas.openxmlformats.org/officeDocument/2006/relationships/image" Target="../media/image192.png"/><Relationship Id="rId175" Type="http://schemas.openxmlformats.org/officeDocument/2006/relationships/image" Target="../media/image194.png"/><Relationship Id="rId176" Type="http://schemas.openxmlformats.org/officeDocument/2006/relationships/image" Target="../media/image193.png"/><Relationship Id="rId177" Type="http://schemas.openxmlformats.org/officeDocument/2006/relationships/image" Target="../media/image195.png"/><Relationship Id="rId178" Type="http://schemas.openxmlformats.org/officeDocument/2006/relationships/image" Target="../media/image196.png"/><Relationship Id="rId179" Type="http://schemas.openxmlformats.org/officeDocument/2006/relationships/image" Target="../media/image197.png"/><Relationship Id="rId180" Type="http://schemas.openxmlformats.org/officeDocument/2006/relationships/image" Target="../media/image198.png"/><Relationship Id="rId181" Type="http://schemas.openxmlformats.org/officeDocument/2006/relationships/image" Target="../media/image199.png"/><Relationship Id="rId182" Type="http://schemas.openxmlformats.org/officeDocument/2006/relationships/image" Target="../media/image200.png"/><Relationship Id="rId183" Type="http://schemas.openxmlformats.org/officeDocument/2006/relationships/image" Target="../media/image201.png"/><Relationship Id="rId184" Type="http://schemas.openxmlformats.org/officeDocument/2006/relationships/image" Target="../media/image202.png"/><Relationship Id="rId185" Type="http://schemas.openxmlformats.org/officeDocument/2006/relationships/image" Target="../media/image204.png"/><Relationship Id="rId186" Type="http://schemas.openxmlformats.org/officeDocument/2006/relationships/image" Target="../media/image203.png"/><Relationship Id="rId187" Type="http://schemas.openxmlformats.org/officeDocument/2006/relationships/image" Target="../media/image205.png"/><Relationship Id="rId188" Type="http://schemas.openxmlformats.org/officeDocument/2006/relationships/image" Target="../media/image207.png"/><Relationship Id="rId189" Type="http://schemas.openxmlformats.org/officeDocument/2006/relationships/image" Target="../media/image206.png"/><Relationship Id="rId190" Type="http://schemas.openxmlformats.org/officeDocument/2006/relationships/image" Target="../media/image208.png"/><Relationship Id="rId191" Type="http://schemas.openxmlformats.org/officeDocument/2006/relationships/image" Target="../media/image209.png"/><Relationship Id="rId192" Type="http://schemas.openxmlformats.org/officeDocument/2006/relationships/image" Target="../media/image210.png"/><Relationship Id="rId193" Type="http://schemas.openxmlformats.org/officeDocument/2006/relationships/image" Target="../media/image211.png"/><Relationship Id="rId194" Type="http://schemas.openxmlformats.org/officeDocument/2006/relationships/image" Target="../media/image213.png"/><Relationship Id="rId195" Type="http://schemas.openxmlformats.org/officeDocument/2006/relationships/image" Target="../media/image212.png"/><Relationship Id="rId196" Type="http://schemas.openxmlformats.org/officeDocument/2006/relationships/image" Target="../media/image214.png"/><Relationship Id="rId197" Type="http://schemas.openxmlformats.org/officeDocument/2006/relationships/image" Target="../media/image216.png"/><Relationship Id="rId198" Type="http://schemas.openxmlformats.org/officeDocument/2006/relationships/image" Target="../media/image215.png"/><Relationship Id="rId199" Type="http://schemas.openxmlformats.org/officeDocument/2006/relationships/image" Target="../media/image218.png"/><Relationship Id="rId200" Type="http://schemas.openxmlformats.org/officeDocument/2006/relationships/image" Target="../media/image217.png"/><Relationship Id="rId201" Type="http://schemas.openxmlformats.org/officeDocument/2006/relationships/image" Target="../media/image219.png"/><Relationship Id="rId202" Type="http://schemas.openxmlformats.org/officeDocument/2006/relationships/image" Target="../media/image220.png"/><Relationship Id="rId203" Type="http://schemas.openxmlformats.org/officeDocument/2006/relationships/image" Target="../media/image221.png"/><Relationship Id="rId204" Type="http://schemas.openxmlformats.org/officeDocument/2006/relationships/image" Target="../media/image222.png"/><Relationship Id="rId205" Type="http://schemas.openxmlformats.org/officeDocument/2006/relationships/image" Target="../media/image223.png"/><Relationship Id="rId206" Type="http://schemas.openxmlformats.org/officeDocument/2006/relationships/image" Target="../media/image224.png"/><Relationship Id="rId207" Type="http://schemas.openxmlformats.org/officeDocument/2006/relationships/image" Target="../media/image225.png"/><Relationship Id="rId208" Type="http://schemas.openxmlformats.org/officeDocument/2006/relationships/image" Target="../media/image226.png"/><Relationship Id="rId209" Type="http://schemas.openxmlformats.org/officeDocument/2006/relationships/chart" Target="../charts/chart5.xml"/><Relationship Id="rId210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0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8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9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0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1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3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4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5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6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8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9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0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1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2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3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4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5.xml"/></Relationships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36" name="Google Shape;236;p33"/>
          <p:cNvSpPr txBox="1"/>
          <p:nvPr>
            <p:ph idx="1" type="body"/>
          </p:nvPr>
        </p:nvSpPr>
        <p:spPr>
          <a:xfrm>
            <a:off x="658813" y="4866865"/>
            <a:ext cx="501264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</a:pPr>
          </a:p>
        </p:txBody>
      </p:sp>
      <p:sp>
        <p:nvSpPr>
          <p:cNvPr id="237" name="Google Shape;237;p33"/>
          <p:cNvSpPr txBox="1"/>
          <p:nvPr>
            <p:ph type="title"/>
          </p:nvPr>
        </p:nvSpPr>
        <p:spPr>
          <a:xfrm>
            <a:off x="622261" y="2921912"/>
            <a:ext cx="5167056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</a:pPr>
            <a:r>
              <a:rPr sz="2000"/>
              <a:t xml:space="preserve">Синтетические данные превращаются в готовые слайды с чётким разделением наблюдений и интерпретаций</a:t>
            </a:r>
          </a:p>
        </p:txBody>
      </p:sp>
      <p:sp>
        <p:nvSpPr>
          <p:cNvPr id="238" name="Rectangle 237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TextBox 238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Play"/>
              </a:rPr>
              <a:t>Данные являются синтетическими и учебными.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276" name="Google Shape;276;p39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lay"/>
              <a:buNone/>
            </a:pPr>
            <a:r>
              <a:rPr lang="ru-RU" sz="3600">
                <a:solidFill>
                  <a:schemeClr val="dk2"/>
                </a:solidFill>
              </a:rPr>
              <a:t xml:space="preserve">Лиды (факт): максимум 240 — «Поиск»</a:t>
            </a:r>
          </a:p>
        </p:txBody>
      </p:sp>
      <p:graphicFrame>
        <p:nvGraphicFramePr>
          <p:cNvPr id="277" name="Chart 276"/>
          <p:cNvGraphicFramePr>
            <a:graphicFrameLocks noGrp="1"/>
          </p:cNvGraphicFramePr>
          <p:nvPr/>
        </p:nvGraphicFramePr>
        <p:xfrm>
          <a:off x="623011" y="1473551"/>
          <a:ext cx="11142269" cy="463006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78" name="Rectangle 277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TextBox 278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category_comparison.csv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4 из 4 строк; исключено: 0.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283" name="Google Shape;283;p40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lay"/>
              <a:buNone/>
            </a:pPr>
            <a:r>
              <a:rPr lang="ru-RU" sz="2000">
                <a:solidFill>
                  <a:schemeClr val="dk2"/>
                </a:solidFill>
              </a:rPr>
              <a:t xml:space="preserve">Обращения: «Решено» — 62.00% показанной суммы</a:t>
            </a:r>
          </a:p>
        </p:txBody>
      </p:sp>
      <p:graphicFrame>
        <p:nvGraphicFramePr>
          <p:cNvPr id="284" name="Chart 283"/>
          <p:cNvGraphicFramePr>
            <a:graphicFrameLocks noGrp="1"/>
          </p:cNvGraphicFramePr>
          <p:nvPr/>
        </p:nvGraphicFramePr>
        <p:xfrm>
          <a:off x="623011" y="1473551"/>
          <a:ext cx="11142269" cy="463006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85" name="Rectangle 284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TextBox 285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category_shares.json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3 из 3 строк; исключено: 0.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763" name="Google Shape;763;p58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3600"/>
              <a:t xml:space="preserve">Распределение Значение: от 18 до 95</a:t>
            </a:r>
          </a:p>
        </p:txBody>
      </p:sp>
      <p:sp>
        <p:nvSpPr>
          <p:cNvPr id="764" name="Google Shape;764;p58"/>
          <p:cNvSpPr txBox="1"/>
          <p:nvPr/>
        </p:nvSpPr>
        <p:spPr>
          <a:xfrm>
            <a:off x="18692059" y="4674436"/>
            <a:ext cx="4304330" cy="6781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7" name="Google Shape;767;p58"/>
          <p:cNvSpPr txBox="1"/>
          <p:nvPr/>
        </p:nvSpPr>
        <p:spPr>
          <a:xfrm>
            <a:off x="8112126" y="3774296"/>
            <a:ext cx="2880000" cy="14649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ru-RU" sz="1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25 полных наблюдений Значение: минимум 18, максимум 95; все наблюдения, включая выбросы, сохранены.</a:t>
            </a:r>
          </a:p>
        </p:txBody>
      </p:sp>
      <p:graphicFrame>
        <p:nvGraphicFramePr>
          <p:cNvPr id="768" name="Chart 767"/>
          <p:cNvGraphicFramePr>
            <a:graphicFrameLocks noGrp="1"/>
          </p:cNvGraphicFramePr>
          <p:nvPr/>
        </p:nvGraphicFramePr>
        <p:xfrm>
          <a:off x="623011" y="1473551"/>
          <a:ext cx="7489115" cy="4630069"/>
        </p:xfrm>
        <a:graphic>
          <a:graphicData uri="http://schemas.openxmlformats.org/drawingml/2006/chart">
            <c:chart xmlns:c="http://schemas.openxmlformats.org/drawingml/2006/chart" r:id="rId8"/>
          </a:graphicData>
        </a:graphic>
      </p:graphicFrame>
      <p:sp>
        <p:nvSpPr>
          <p:cNvPr id="769" name="Rectangle 768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0" name="TextBox 769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distribution.csv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25 из 25 строк; исключено: 0.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794" name="Google Shape;794;p60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3600"/>
              <a:t xml:space="preserve">Запросы: максимум 120 — «Север»</a:t>
            </a:r>
          </a:p>
        </p:txBody>
      </p:sp>
      <p:sp>
        <p:nvSpPr>
          <p:cNvPr id="795" name="Google Shape;795;p60"/>
          <p:cNvSpPr txBox="1"/>
          <p:nvPr/>
        </p:nvSpPr>
        <p:spPr>
          <a:xfrm>
            <a:off x="18692059" y="4674436"/>
            <a:ext cx="4304330" cy="6781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2" name="Google Shape;802;p60"/>
          <p:cNvSpPr txBox="1"/>
          <p:nvPr/>
        </p:nvSpPr>
        <p:spPr>
          <a:xfrm>
            <a:off x="8112126" y="3273458"/>
            <a:ext cx="2880000" cy="14649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ru-RU" sz="1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Среди 3 полных наблюдений по полю «Запросы» максимальное значение 120: «Север».</a:t>
            </a:r>
          </a:p>
        </p:txBody>
      </p:sp>
      <p:graphicFrame>
        <p:nvGraphicFramePr>
          <p:cNvPr id="803" name="Chart 802"/>
          <p:cNvGraphicFramePr>
            <a:graphicFrameLocks noGrp="1"/>
          </p:cNvGraphicFramePr>
          <p:nvPr/>
        </p:nvGraphicFramePr>
        <p:xfrm>
          <a:off x="623011" y="1473551"/>
          <a:ext cx="7489115" cy="4630069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804" name="Rectangle 803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5" name="TextBox 804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embedded_table.md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3 из 3 строк; исключено: 0.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87" name="Google Shape;887;p70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3600"/>
              <a:t xml:space="preserve">Справочник · строки 1–4 из 4</a:t>
            </a:r>
          </a:p>
        </p:txBody>
      </p:sp>
      <p:graphicFrame>
        <p:nvGraphicFramePr>
          <p:cNvPr id="888" name="Table 887"/>
          <p:cNvGraphicFramePr>
            <a:graphicFrameLocks noGrp="1"/>
          </p:cNvGraphicFramePr>
          <p:nvPr/>
        </p:nvGraphicFramePr>
        <p:xfrm>
          <a:off x="623011" y="1473551"/>
          <a:ext cx="11142269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5567"/>
                <a:gridCol w="2785567"/>
                <a:gridCol w="2785567"/>
                <a:gridCol w="2785568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Период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Количество (факт)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Количество (план)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Примечание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Неделя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Наблюдаемое нулевое значение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Неделя 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/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12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Факт отсутствует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Неделя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План отсутствует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Неделя 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10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Фактическое значение равно нулю</a:t>
                      </a: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sp>
        <p:nvSpPr>
          <p:cNvPr id="889" name="Rectangle 888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0" name="TextBox 889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missing_zero.csv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4 из 4 строк; исключено: 0. Страница 1/1.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43" name="Google Shape;443;p50"/>
          <p:cNvSpPr/>
          <p:nvPr/>
        </p:nvSpPr>
        <p:spPr>
          <a:xfrm>
            <a:off x="658813" y="1794065"/>
            <a:ext cx="6130294" cy="4406709"/>
          </a:xfrm>
          <a:prstGeom prst="roundRect">
            <a:avLst>
              <a:gd fmla="val 4444" name="adj"/>
            </a:avLst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50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2000"/>
              <a:t xml:space="preserve">201 строк справочника сохранены в приложении</a:t>
            </a:r>
          </a:p>
        </p:txBody>
      </p:sp>
      <p:sp>
        <p:nvSpPr>
          <p:cNvPr id="447" name="Google Shape;447;p50"/>
          <p:cNvSpPr txBox="1"/>
          <p:nvPr>
            <p:ph idx="4" type="body"/>
          </p:nvPr>
        </p:nvSpPr>
        <p:spPr>
          <a:xfrm>
            <a:off x="8112125" y="2139491"/>
            <a:ext cx="3653155" cy="10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</a:pPr>
            <a:endParaRPr lang="ru-RU"/>
          </a:p>
        </p:txBody>
      </p:sp>
      <p:sp>
        <p:nvSpPr>
          <p:cNvPr id="448" name="Google Shape;448;p50"/>
          <p:cNvSpPr txBox="1"/>
          <p:nvPr>
            <p:ph idx="5" type="body"/>
          </p:nvPr>
        </p:nvSpPr>
        <p:spPr>
          <a:xfrm>
            <a:off x="8112126" y="3204251"/>
            <a:ext cx="3653154" cy="755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ru-RU" sz="1400"/>
              <a:t xml:space="preserve">Полный справочник: 29 страниц в приложении после основных выводов; исходные значения сохранены.</a:t>
            </a:r>
          </a:p>
        </p:txBody>
      </p:sp>
      <p:sp>
        <p:nvSpPr>
          <p:cNvPr id="449" name="Google Shape;449;p50"/>
          <p:cNvSpPr txBox="1"/>
          <p:nvPr/>
        </p:nvSpPr>
        <p:spPr>
          <a:xfrm>
            <a:off x="18692059" y="4674436"/>
            <a:ext cx="4304330" cy="6781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50"/>
          <p:cNvSpPr txBox="1"/>
          <p:nvPr/>
        </p:nvSpPr>
        <p:spPr>
          <a:xfrm>
            <a:off x="1022258" y="2740903"/>
            <a:ext cx="5417327" cy="2437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non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900"/>
              <a:buFont typeface="Arial"/>
              <a:buNone/>
            </a:pPr>
            <a:r>
              <a:rPr b="1" i="0" lang="ru-RU" sz="1595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rPr>
              <a:t xml:space="preserve">201</a:t>
            </a:r>
          </a:p>
        </p:txBody>
      </p:sp>
      <p:sp>
        <p:nvSpPr>
          <p:cNvPr id="451" name="Google Shape;451;p50"/>
          <p:cNvSpPr txBox="1"/>
          <p:nvPr/>
        </p:nvSpPr>
        <p:spPr>
          <a:xfrm>
            <a:off x="1134802" y="5213202"/>
            <a:ext cx="5417326" cy="850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b="0" i="0" lang="ru-RU" sz="24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452" name="Rectangle 451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" name="TextBox 452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201 из 201 строк; исключено: 0. Показано: 0.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548" name="Google Shape;548;p57"/>
          <p:cNvSpPr txBox="1"/>
          <p:nvPr>
            <p:ph type="title"/>
          </p:nvPr>
        </p:nvSpPr>
        <p:spPr>
          <a:xfrm>
            <a:off x="677334" y="692150"/>
            <a:ext cx="10855854" cy="1003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3200"/>
              <a:t xml:space="preserve">Выручка: +36000 USD между 2026-01 и 2026-06 (+30.00%)</a:t>
            </a:r>
          </a:p>
        </p:txBody>
      </p:sp>
      <p:graphicFrame>
        <p:nvGraphicFramePr>
          <p:cNvPr id="549" name="Chart 548"/>
          <p:cNvGraphicFramePr>
            <a:graphicFrameLocks noGrp="1"/>
          </p:cNvGraphicFramePr>
          <p:nvPr/>
        </p:nvGraphicFramePr>
        <p:xfrm>
          <a:off x="623011" y="1832396"/>
          <a:ext cx="11142269" cy="4271224"/>
        </p:xfrm>
        <a:graphic>
          <a:graphicData uri="http://schemas.openxmlformats.org/drawingml/2006/chart">
            <c:chart xmlns:c="http://schemas.openxmlformats.org/drawingml/2006/chart" r:id="rId209"/>
          </a:graphicData>
        </a:graphic>
      </p:graphicFrame>
      <p:sp>
        <p:nvSpPr>
          <p:cNvPr id="550" name="Rectangle 549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1" name="TextBox 550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time_series.xlsx · лист «Monthly revenue»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6 из 6 строк; исключено: 0.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28" name="Google Shape;428;p49"/>
          <p:cNvSpPr/>
          <p:nvPr/>
        </p:nvSpPr>
        <p:spPr>
          <a:xfrm>
            <a:off x="2908750" y="203548"/>
            <a:ext cx="6450904" cy="6450904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49"/>
          <p:cNvSpPr/>
          <p:nvPr/>
        </p:nvSpPr>
        <p:spPr>
          <a:xfrm>
            <a:off x="4159250" y="1479550"/>
            <a:ext cx="3898900" cy="3898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49"/>
          <p:cNvSpPr txBox="1"/>
          <p:nvPr>
            <p:ph type="title"/>
          </p:nvPr>
        </p:nvSpPr>
        <p:spPr>
          <a:xfrm>
            <a:off x="4308816" y="2622416"/>
            <a:ext cx="3574368" cy="1613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1600"/>
              <a:t xml:space="preserve">Синтетические данные чётко отделены от реальных результатов, что исключает ошибочное принятие выводов за рыночные показатели</a:t>
            </a:r>
          </a:p>
        </p:txBody>
      </p:sp>
      <p:sp>
        <p:nvSpPr>
          <p:cNvPr id="431" name="Google Shape;431;p49"/>
          <p:cNvSpPr/>
          <p:nvPr/>
        </p:nvSpPr>
        <p:spPr>
          <a:xfrm>
            <a:off x="4509864" y="2114550"/>
            <a:ext cx="172132" cy="172132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49"/>
          <p:cNvSpPr/>
          <p:nvPr/>
        </p:nvSpPr>
        <p:spPr>
          <a:xfrm>
            <a:off x="4509864" y="4578350"/>
            <a:ext cx="172132" cy="172132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49"/>
          <p:cNvSpPr/>
          <p:nvPr/>
        </p:nvSpPr>
        <p:spPr>
          <a:xfrm>
            <a:off x="7519764" y="2114550"/>
            <a:ext cx="172132" cy="172132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49"/>
          <p:cNvSpPr txBox="1"/>
          <p:nvPr/>
        </p:nvSpPr>
        <p:spPr>
          <a:xfrm>
            <a:off x="8112125" y="1670771"/>
            <a:ext cx="2495059" cy="10596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Разделение наблюдений</a:t>
            </a:r>
          </a:p>
        </p:txBody>
      </p:sp>
      <p:sp>
        <p:nvSpPr>
          <p:cNvPr id="437" name="Google Shape;437;p49"/>
          <p:cNvSpPr txBox="1"/>
          <p:nvPr/>
        </p:nvSpPr>
        <p:spPr>
          <a:xfrm>
            <a:off x="1622916" y="1670771"/>
            <a:ext cx="2495059" cy="10596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Учебный характер данных</a:t>
            </a:r>
          </a:p>
        </p:txBody>
      </p:sp>
      <p:sp>
        <p:nvSpPr>
          <p:cNvPr id="438" name="Google Shape;438;p49"/>
          <p:cNvSpPr txBox="1"/>
          <p:nvPr/>
        </p:nvSpPr>
        <p:spPr>
          <a:xfrm>
            <a:off x="1622916" y="4325071"/>
            <a:ext cx="2495059" cy="10596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Сохранение контекста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490" name="Google Shape;490;p53"/>
          <p:cNvSpPr txBox="1"/>
          <p:nvPr>
            <p:ph type="title"/>
          </p:nvPr>
        </p:nvSpPr>
        <p:spPr>
          <a:xfrm>
            <a:off x="677863" y="692150"/>
            <a:ext cx="10874375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3200"/>
              <a:t xml:space="preserve">Анализ готовит основу для решений аудитории</a:t>
            </a:r>
          </a:p>
        </p:txBody>
      </p:sp>
      <p:grpSp>
        <p:nvGrpSpPr>
          <p:cNvPr id="491" name="Google Shape;491;p53"/>
          <p:cNvGrpSpPr/>
          <p:nvPr/>
        </p:nvGrpSpPr>
        <p:grpSpPr>
          <a:xfrm>
            <a:off x="658812" y="2232530"/>
            <a:ext cx="10639191" cy="3299588"/>
            <a:chOff x="658812" y="2232530"/>
            <a:chExt cx="9830124" cy="3048668"/>
          </a:xfrm>
        </p:grpSpPr>
        <p:sp>
          <p:nvSpPr>
            <p:cNvPr id="492" name="Google Shape;492;p53"/>
            <p:cNvSpPr txBox="1"/>
            <p:nvPr/>
          </p:nvSpPr>
          <p:spPr>
            <a:xfrm>
              <a:off x="4000456" y="3260026"/>
              <a:ext cx="3147921" cy="2021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lang="ru-RU" sz="1200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 xml:space="preserve">Основа для решений</a:t>
              </a:r>
            </a:p>
          </p:txBody>
        </p:sp>
        <p:sp>
          <p:nvSpPr>
            <p:cNvPr id="493" name="Google Shape;493;p53"/>
            <p:cNvSpPr txBox="1"/>
            <p:nvPr/>
          </p:nvSpPr>
          <p:spPr>
            <a:xfrm>
              <a:off x="7342101" y="3260026"/>
              <a:ext cx="3147921" cy="2021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lang="ru-RU" sz="1200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 xml:space="preserve">Дальнейшие шаги</a:t>
              </a:r>
            </a:p>
          </p:txBody>
        </p:sp>
        <p:sp>
          <p:nvSpPr>
            <p:cNvPr id="495" name="Google Shape;495;p53"/>
            <p:cNvSpPr txBox="1"/>
            <p:nvPr/>
          </p:nvSpPr>
          <p:spPr>
            <a:xfrm>
              <a:off x="658812" y="3260026"/>
              <a:ext cx="3147921" cy="2021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lang="ru-RU" sz="1200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 xml:space="preserve">Готовые слайды с выводами</a:t>
              </a:r>
            </a:p>
          </p:txBody>
        </p:sp>
        <p:sp>
          <p:nvSpPr>
            <p:cNvPr id="496" name="Google Shape;496;p53"/>
            <p:cNvSpPr/>
            <p:nvPr/>
          </p:nvSpPr>
          <p:spPr>
            <a:xfrm>
              <a:off x="658813" y="2232530"/>
              <a:ext cx="1090083" cy="80079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3200">
                  <a:solidFill>
                    <a:schemeClr val="lt2"/>
                  </a:solidFill>
                  <a:latin typeface="Play"/>
                  <a:ea typeface="Play"/>
                  <a:cs typeface="Play"/>
                  <a:sym typeface="Play"/>
                </a:rPr>
                <a:t xml:space="preserve">1</a:t>
              </a:r>
            </a:p>
          </p:txBody>
        </p:sp>
        <p:sp>
          <p:nvSpPr>
            <p:cNvPr id="497" name="Google Shape;497;p53"/>
            <p:cNvSpPr/>
            <p:nvPr/>
          </p:nvSpPr>
          <p:spPr>
            <a:xfrm>
              <a:off x="4000458" y="2232530"/>
              <a:ext cx="1090083" cy="80079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3200">
                  <a:solidFill>
                    <a:schemeClr val="lt2"/>
                  </a:solidFill>
                  <a:latin typeface="Play"/>
                  <a:ea typeface="Play"/>
                  <a:cs typeface="Play"/>
                  <a:sym typeface="Play"/>
                </a:rPr>
                <a:t xml:space="preserve">2</a:t>
              </a:r>
            </a:p>
          </p:txBody>
        </p:sp>
        <p:sp>
          <p:nvSpPr>
            <p:cNvPr id="498" name="Google Shape;498;p53"/>
            <p:cNvSpPr/>
            <p:nvPr/>
          </p:nvSpPr>
          <p:spPr>
            <a:xfrm>
              <a:off x="7342102" y="2232530"/>
              <a:ext cx="1090083" cy="80079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3200">
                  <a:solidFill>
                    <a:schemeClr val="lt2"/>
                  </a:solidFill>
                  <a:latin typeface="Play"/>
                  <a:ea typeface="Play"/>
                  <a:cs typeface="Play"/>
                  <a:sym typeface="Play"/>
                </a:rPr>
                <a:t xml:space="preserve">3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/>
      <p:sp>
        <p:nvSpPr>
          <p:cNvPr id="412" name="Google Shape;412;p48"/>
          <p:cNvSpPr/>
          <p:nvPr/>
        </p:nvSpPr>
        <p:spPr>
          <a:xfrm>
            <a:off x="658813" y="5548708"/>
            <a:ext cx="189326" cy="18932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48"/>
          <p:cNvSpPr/>
          <p:nvPr/>
        </p:nvSpPr>
        <p:spPr>
          <a:xfrm>
            <a:off x="1182274" y="5548708"/>
            <a:ext cx="189326" cy="18932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48"/>
          <p:cNvSpPr/>
          <p:nvPr/>
        </p:nvSpPr>
        <p:spPr>
          <a:xfrm>
            <a:off x="1705735" y="5548708"/>
            <a:ext cx="189326" cy="18932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48"/>
          <p:cNvSpPr/>
          <p:nvPr/>
        </p:nvSpPr>
        <p:spPr>
          <a:xfrm>
            <a:off x="2229196" y="5548708"/>
            <a:ext cx="189326" cy="18932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48"/>
          <p:cNvSpPr/>
          <p:nvPr/>
        </p:nvSpPr>
        <p:spPr>
          <a:xfrm>
            <a:off x="2752657" y="5548708"/>
            <a:ext cx="189326" cy="18932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48"/>
          <p:cNvSpPr txBox="1"/>
          <p:nvPr>
            <p:ph type="title"/>
          </p:nvPr>
        </p:nvSpPr>
        <p:spPr>
          <a:xfrm>
            <a:off x="622628" y="692150"/>
            <a:ext cx="4666064" cy="17727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lay"/>
              <a:buNone/>
            </a:pPr>
            <a:r>
              <a:rPr lang="ru-RU" sz="2000"/>
              <a:t xml:space="preserve">Используйте готовые слайды и чёткое разделение фактов и интерпретаций для принятия решений.</a:t>
            </a:r>
          </a:p>
        </p:txBody>
      </p:sp>
      <p:grpSp>
        <p:nvGrpSpPr>
          <p:cNvPr id="418" name="Google Shape;418;p48"/>
          <p:cNvGrpSpPr/>
          <p:nvPr/>
        </p:nvGrpSpPr>
        <p:grpSpPr>
          <a:xfrm>
            <a:off x="658813" y="6058473"/>
            <a:ext cx="1716087" cy="142302"/>
            <a:chOff x="658813" y="5548708"/>
            <a:chExt cx="2283170" cy="189326"/>
          </a:xfrm>
        </p:grpSpPr>
        <p:sp>
          <p:nvSpPr>
            <p:cNvPr id="419" name="Google Shape;419;p48"/>
            <p:cNvSpPr/>
            <p:nvPr/>
          </p:nvSpPr>
          <p:spPr>
            <a:xfrm>
              <a:off x="658813" y="5548708"/>
              <a:ext cx="189326" cy="189326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" name="Google Shape;420;p48"/>
            <p:cNvSpPr/>
            <p:nvPr/>
          </p:nvSpPr>
          <p:spPr>
            <a:xfrm>
              <a:off x="1182274" y="5548708"/>
              <a:ext cx="189326" cy="189326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" name="Google Shape;421;p48"/>
            <p:cNvSpPr/>
            <p:nvPr/>
          </p:nvSpPr>
          <p:spPr>
            <a:xfrm>
              <a:off x="1705735" y="5548708"/>
              <a:ext cx="189326" cy="189326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" name="Google Shape;422;p48"/>
            <p:cNvSpPr/>
            <p:nvPr/>
          </p:nvSpPr>
          <p:spPr>
            <a:xfrm>
              <a:off x="2229196" y="5548708"/>
              <a:ext cx="189326" cy="189326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" name="Google Shape;423;p48"/>
            <p:cNvSpPr/>
            <p:nvPr/>
          </p:nvSpPr>
          <p:spPr>
            <a:xfrm>
              <a:off x="2752657" y="5548708"/>
              <a:ext cx="189326" cy="189326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894" name="Google Shape;894;p71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2000"/>
              <a:t xml:space="preserve">Приложение · Справочник · строки 1–7 из 201</a:t>
            </a:r>
          </a:p>
        </p:txBody>
      </p:sp>
      <p:graphicFrame>
        <p:nvGraphicFramePr>
          <p:cNvPr id="895" name="Table 894"/>
          <p:cNvGraphicFramePr>
            <a:graphicFrameLocks noGrp="1"/>
          </p:cNvGraphicFramePr>
          <p:nvPr/>
        </p:nvGraphicFramePr>
        <p:xfrm>
          <a:off x="623011" y="1473551"/>
          <a:ext cx="11142269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1134"/>
                <a:gridCol w="5571135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Код записи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Наименование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REF-002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002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003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REF-004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004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005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REF-006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006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007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96" name="Rectangle 895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7" name="TextBox 896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201 из 201 строк; исключено: 0. Страница 1/29. Показано: 7.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900" name="Google Shape;900;p72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2000"/>
              <a:t xml:space="preserve">Приложение · Справочник · строки 8–14 из 201</a:t>
            </a:r>
          </a:p>
        </p:txBody>
      </p:sp>
      <p:graphicFrame>
        <p:nvGraphicFramePr>
          <p:cNvPr id="901" name="Table 900"/>
          <p:cNvGraphicFramePr>
            <a:graphicFrameLocks noGrp="1"/>
          </p:cNvGraphicFramePr>
          <p:nvPr/>
        </p:nvGraphicFramePr>
        <p:xfrm>
          <a:off x="623011" y="1473551"/>
          <a:ext cx="11142269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1134"/>
                <a:gridCol w="5571135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Код записи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Наименование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008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REF-009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009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010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REF-011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011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012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REF-013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013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014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02" name="Rectangle 901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3" name="TextBox 902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201 из 201 строк; исключено: 0. Страница 2/29. Показано: 7.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87" name="Google Shape;887;p70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2000"/>
              <a:t xml:space="preserve">Приложение · Справочник · строки 15–21 из 201</a:t>
            </a:r>
          </a:p>
        </p:txBody>
      </p:sp>
      <p:sp>
        <p:nvSpPr>
          <p:cNvPr id="888" name="Google Shape;888;p70"/>
          <p:cNvSpPr txBox="1"/>
          <p:nvPr>
            <p:ph idx="4294967295" type="body"/>
          </p:nvPr>
        </p:nvSpPr>
        <p:spPr>
          <a:xfrm>
            <a:off x="677863" y="1676083"/>
            <a:ext cx="4454525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55588" lvl="1" marL="255588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ru-RU" sz="1600"/>
              <a:t xml:space="preserve">Справочная таблица: строки 15–21 из 201; страница 3 из 29.</a:t>
            </a:r>
          </a:p>
        </p:txBody>
      </p:sp>
      <p:graphicFrame>
        <p:nvGraphicFramePr>
          <p:cNvPr id="889" name="Table 888"/>
          <p:cNvGraphicFramePr>
            <a:graphicFrameLocks noGrp="1"/>
          </p:cNvGraphicFramePr>
          <p:nvPr/>
        </p:nvGraphicFramePr>
        <p:xfrm>
          <a:off x="5132388" y="1473551"/>
          <a:ext cx="6632892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16446"/>
                <a:gridCol w="3316446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Код записи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Наименование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015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REF-016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016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017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REF-018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018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REF-020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020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021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90" name="Rectangle 889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1" name="TextBox 890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201 из 201 строк; исключено: 0. Страница 3/29. Показано: 7.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894" name="Google Shape;894;p71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2000"/>
              <a:t xml:space="preserve">Приложение · Справочник · строки 22–28 из 201</a:t>
            </a:r>
          </a:p>
        </p:txBody>
      </p:sp>
      <p:graphicFrame>
        <p:nvGraphicFramePr>
          <p:cNvPr id="895" name="Table 894"/>
          <p:cNvGraphicFramePr>
            <a:graphicFrameLocks noGrp="1"/>
          </p:cNvGraphicFramePr>
          <p:nvPr/>
        </p:nvGraphicFramePr>
        <p:xfrm>
          <a:off x="623011" y="1473551"/>
          <a:ext cx="11142269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1134"/>
                <a:gridCol w="5571135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Код записи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Наименование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022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REF-023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023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REF-025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025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REF-027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027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028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96" name="Rectangle 895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7" name="TextBox 896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201 из 201 строк; исключено: 0. Страница 4/29. Показано: 7.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900" name="Google Shape;900;p72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2000"/>
              <a:t xml:space="preserve">Приложение · Справочник · строки 29–35 из 201</a:t>
            </a:r>
          </a:p>
        </p:txBody>
      </p:sp>
      <p:graphicFrame>
        <p:nvGraphicFramePr>
          <p:cNvPr id="901" name="Table 900"/>
          <p:cNvGraphicFramePr>
            <a:graphicFrameLocks noGrp="1"/>
          </p:cNvGraphicFramePr>
          <p:nvPr/>
        </p:nvGraphicFramePr>
        <p:xfrm>
          <a:off x="623011" y="1473551"/>
          <a:ext cx="11142269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1134"/>
                <a:gridCol w="5571135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Код записи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Наименование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029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REF-030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030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031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REF-032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032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033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REF-034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034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035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02" name="Rectangle 901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3" name="TextBox 902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201 из 201 строк; исключено: 0. Страница 5/29. Показано: 7.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87" name="Google Shape;887;p70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2000"/>
              <a:t xml:space="preserve">Приложение · Справочник · строки 36–42 из 201</a:t>
            </a:r>
          </a:p>
        </p:txBody>
      </p:sp>
      <p:sp>
        <p:nvSpPr>
          <p:cNvPr id="888" name="Google Shape;888;p70"/>
          <p:cNvSpPr txBox="1"/>
          <p:nvPr>
            <p:ph idx="4294967295" type="body"/>
          </p:nvPr>
        </p:nvSpPr>
        <p:spPr>
          <a:xfrm>
            <a:off x="677863" y="1676083"/>
            <a:ext cx="4454525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55588" lvl="1" marL="255588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ru-RU" sz="1600"/>
              <a:t xml:space="preserve">Справочная таблица: строки 36–42 из 201; страница 6 из 29.</a:t>
            </a:r>
          </a:p>
        </p:txBody>
      </p:sp>
      <p:graphicFrame>
        <p:nvGraphicFramePr>
          <p:cNvPr id="889" name="Table 888"/>
          <p:cNvGraphicFramePr>
            <a:graphicFrameLocks noGrp="1"/>
          </p:cNvGraphicFramePr>
          <p:nvPr/>
        </p:nvGraphicFramePr>
        <p:xfrm>
          <a:off x="5132388" y="1473551"/>
          <a:ext cx="6632892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16446"/>
                <a:gridCol w="3316446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Код записи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Наименование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036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REF-037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037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038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REF-039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039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040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REF-041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041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042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90" name="Rectangle 889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1" name="TextBox 890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201 из 201 строк; исключено: 0. Страница 6/29. Показано: 7.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894" name="Google Shape;894;p71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2000"/>
              <a:t xml:space="preserve">Приложение · Справочник · строки 43–49 из 201</a:t>
            </a:r>
          </a:p>
        </p:txBody>
      </p:sp>
      <p:graphicFrame>
        <p:nvGraphicFramePr>
          <p:cNvPr id="895" name="Table 894"/>
          <p:cNvGraphicFramePr>
            <a:graphicFrameLocks noGrp="1"/>
          </p:cNvGraphicFramePr>
          <p:nvPr/>
        </p:nvGraphicFramePr>
        <p:xfrm>
          <a:off x="623011" y="1473551"/>
          <a:ext cx="11142269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1134"/>
                <a:gridCol w="5571135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Код записи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Наименование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043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REF-044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044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045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REF-046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046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047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REF-048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048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049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96" name="Rectangle 895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7" name="TextBox 896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201 из 201 строк; исключено: 0. Страница 7/29. Показано: 7.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900" name="Google Shape;900;p72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2000"/>
              <a:t xml:space="preserve">Приложение · Справочник · строки 50–56 из 201</a:t>
            </a:r>
          </a:p>
        </p:txBody>
      </p:sp>
      <p:graphicFrame>
        <p:nvGraphicFramePr>
          <p:cNvPr id="901" name="Table 900"/>
          <p:cNvGraphicFramePr>
            <a:graphicFrameLocks noGrp="1"/>
          </p:cNvGraphicFramePr>
          <p:nvPr/>
        </p:nvGraphicFramePr>
        <p:xfrm>
          <a:off x="623011" y="1473551"/>
          <a:ext cx="11142269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1134"/>
                <a:gridCol w="5571135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Код записи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Наименование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050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REF-051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051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052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REF-053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053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054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REF-055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055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056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02" name="Rectangle 901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3" name="TextBox 902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201 из 201 строк; исключено: 0. Страница 8/29. Показано: 7.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87" name="Google Shape;887;p70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2000"/>
              <a:t xml:space="preserve">Приложение · Справочник · строки 57–63 из 201</a:t>
            </a:r>
          </a:p>
        </p:txBody>
      </p:sp>
      <p:sp>
        <p:nvSpPr>
          <p:cNvPr id="888" name="Google Shape;888;p70"/>
          <p:cNvSpPr txBox="1"/>
          <p:nvPr>
            <p:ph idx="4294967295" type="body"/>
          </p:nvPr>
        </p:nvSpPr>
        <p:spPr>
          <a:xfrm>
            <a:off x="677863" y="1676083"/>
            <a:ext cx="4454525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55588" lvl="1" marL="255588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ru-RU" sz="1600"/>
              <a:t xml:space="preserve">Справочная таблица: строки 57–63 из 201; страница 9 из 29.</a:t>
            </a:r>
          </a:p>
        </p:txBody>
      </p:sp>
      <p:graphicFrame>
        <p:nvGraphicFramePr>
          <p:cNvPr id="889" name="Table 888"/>
          <p:cNvGraphicFramePr>
            <a:graphicFrameLocks noGrp="1"/>
          </p:cNvGraphicFramePr>
          <p:nvPr/>
        </p:nvGraphicFramePr>
        <p:xfrm>
          <a:off x="5132388" y="1473551"/>
          <a:ext cx="6632892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16446"/>
                <a:gridCol w="3316446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Код записи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Наименование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057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REF-058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058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059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REF-060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060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061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REF-062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062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063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90" name="Rectangle 889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1" name="TextBox 890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201 из 201 строк; исключено: 0. Страница 9/29. Показано: 7.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894" name="Google Shape;894;p71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2000"/>
              <a:t xml:space="preserve">Приложение · Справочник · строки 64–70 из 201</a:t>
            </a:r>
          </a:p>
        </p:txBody>
      </p:sp>
      <p:graphicFrame>
        <p:nvGraphicFramePr>
          <p:cNvPr id="895" name="Table 894"/>
          <p:cNvGraphicFramePr>
            <a:graphicFrameLocks noGrp="1"/>
          </p:cNvGraphicFramePr>
          <p:nvPr/>
        </p:nvGraphicFramePr>
        <p:xfrm>
          <a:off x="623011" y="1473551"/>
          <a:ext cx="11142269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1134"/>
                <a:gridCol w="5571135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Код записи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Наименование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064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REF-065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065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066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REF-067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067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068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REF-069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069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070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96" name="Rectangle 895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7" name="TextBox 896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201 из 201 строк; исключено: 0. Страница 10/29. Показано: 7.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900" name="Google Shape;900;p72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2000"/>
              <a:t xml:space="preserve">Приложение · Справочник · строки 71–77 из 201</a:t>
            </a:r>
          </a:p>
        </p:txBody>
      </p:sp>
      <p:graphicFrame>
        <p:nvGraphicFramePr>
          <p:cNvPr id="901" name="Table 900"/>
          <p:cNvGraphicFramePr>
            <a:graphicFrameLocks noGrp="1"/>
          </p:cNvGraphicFramePr>
          <p:nvPr/>
        </p:nvGraphicFramePr>
        <p:xfrm>
          <a:off x="623011" y="1473551"/>
          <a:ext cx="11142269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1134"/>
                <a:gridCol w="5571135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Код записи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Наименование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071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REF-072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072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073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REF-074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074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075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REF-076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076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077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02" name="Rectangle 901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3" name="TextBox 902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201 из 201 строк; исключено: 0. Страница 11/29. Показано: 7.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900" name="Google Shape;900;p72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2000"/>
              <a:t xml:space="preserve">Приложение · Справочник · строки 78–84 из 201</a:t>
            </a:r>
          </a:p>
        </p:txBody>
      </p:sp>
      <p:graphicFrame>
        <p:nvGraphicFramePr>
          <p:cNvPr id="901" name="Table 900"/>
          <p:cNvGraphicFramePr>
            <a:graphicFrameLocks noGrp="1"/>
          </p:cNvGraphicFramePr>
          <p:nvPr/>
        </p:nvGraphicFramePr>
        <p:xfrm>
          <a:off x="623011" y="1473551"/>
          <a:ext cx="11142269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1134"/>
                <a:gridCol w="5571135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Код записи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Наименование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078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REF-079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079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080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REF-081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081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082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REF-083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083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084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02" name="Rectangle 901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3" name="TextBox 902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201 из 201 строк; исключено: 0. Страница 12/29. Показано: 7.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900" name="Google Shape;900;p72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2000"/>
              <a:t xml:space="preserve">Приложение · Справочник · строки 85–91 из 201</a:t>
            </a:r>
          </a:p>
        </p:txBody>
      </p:sp>
      <p:graphicFrame>
        <p:nvGraphicFramePr>
          <p:cNvPr id="901" name="Table 900"/>
          <p:cNvGraphicFramePr>
            <a:graphicFrameLocks noGrp="1"/>
          </p:cNvGraphicFramePr>
          <p:nvPr/>
        </p:nvGraphicFramePr>
        <p:xfrm>
          <a:off x="623011" y="1473551"/>
          <a:ext cx="11142269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1134"/>
                <a:gridCol w="5571135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Код записи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Наименование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085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REF-086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086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087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REF-088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088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089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REF-090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090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091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02" name="Rectangle 901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3" name="TextBox 902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201 из 201 строк; исключено: 0. Страница 13/29. Показано: 7.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900" name="Google Shape;900;p72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2000"/>
              <a:t xml:space="preserve">Приложение · Справочник · строки 92–98 из 201</a:t>
            </a:r>
          </a:p>
        </p:txBody>
      </p:sp>
      <p:graphicFrame>
        <p:nvGraphicFramePr>
          <p:cNvPr id="901" name="Table 900"/>
          <p:cNvGraphicFramePr>
            <a:graphicFrameLocks noGrp="1"/>
          </p:cNvGraphicFramePr>
          <p:nvPr/>
        </p:nvGraphicFramePr>
        <p:xfrm>
          <a:off x="623011" y="1473551"/>
          <a:ext cx="11142269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1134"/>
                <a:gridCol w="5571135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Код записи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Наименование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092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REF-093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093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094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REF-095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095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096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REF-097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097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098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02" name="Rectangle 901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3" name="TextBox 902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201 из 201 строк; исключено: 0. Страница 14/29. Показано: 7.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900" name="Google Shape;900;p72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2000"/>
              <a:t xml:space="preserve">Приложение · Справочник · строки 99–105 из 201</a:t>
            </a:r>
          </a:p>
        </p:txBody>
      </p:sp>
      <p:graphicFrame>
        <p:nvGraphicFramePr>
          <p:cNvPr id="901" name="Table 900"/>
          <p:cNvGraphicFramePr>
            <a:graphicFrameLocks noGrp="1"/>
          </p:cNvGraphicFramePr>
          <p:nvPr/>
        </p:nvGraphicFramePr>
        <p:xfrm>
          <a:off x="623011" y="1473551"/>
          <a:ext cx="11142269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1134"/>
                <a:gridCol w="5571135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Код записи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Наименование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099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REF-100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100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101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REF-102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102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103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REF-104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104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105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02" name="Rectangle 901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3" name="TextBox 902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201 из 201 строк; исключено: 0. Страница 15/29. Показано: 7.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900" name="Google Shape;900;p72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2000"/>
              <a:t xml:space="preserve">Приложение · Справочник · строки 106–112 из 201</a:t>
            </a:r>
          </a:p>
        </p:txBody>
      </p:sp>
      <p:graphicFrame>
        <p:nvGraphicFramePr>
          <p:cNvPr id="901" name="Table 900"/>
          <p:cNvGraphicFramePr>
            <a:graphicFrameLocks noGrp="1"/>
          </p:cNvGraphicFramePr>
          <p:nvPr/>
        </p:nvGraphicFramePr>
        <p:xfrm>
          <a:off x="623011" y="1473551"/>
          <a:ext cx="11142269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1134"/>
                <a:gridCol w="5571135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Код записи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Наименование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106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REF-107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107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108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REF-109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109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110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REF-111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111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112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02" name="Rectangle 901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3" name="TextBox 902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201 из 201 строк; исключено: 0. Страница 16/29. Показано: 7.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900" name="Google Shape;900;p72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2000"/>
              <a:t xml:space="preserve">Приложение · Справочник · строки 113–119 из 201</a:t>
            </a:r>
          </a:p>
        </p:txBody>
      </p:sp>
      <p:graphicFrame>
        <p:nvGraphicFramePr>
          <p:cNvPr id="901" name="Table 900"/>
          <p:cNvGraphicFramePr>
            <a:graphicFrameLocks noGrp="1"/>
          </p:cNvGraphicFramePr>
          <p:nvPr/>
        </p:nvGraphicFramePr>
        <p:xfrm>
          <a:off x="623011" y="1473551"/>
          <a:ext cx="11142269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1134"/>
                <a:gridCol w="5571135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Код записи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Наименование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113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REF-114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114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115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REF-116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116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117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REF-118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118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119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02" name="Rectangle 901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3" name="TextBox 902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201 из 201 строк; исключено: 0. Страница 17/29. Показано: 7.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900" name="Google Shape;900;p72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2000"/>
              <a:t xml:space="preserve">Приложение · Справочник · строки 120–126 из 201</a:t>
            </a:r>
          </a:p>
        </p:txBody>
      </p:sp>
      <p:graphicFrame>
        <p:nvGraphicFramePr>
          <p:cNvPr id="901" name="Table 900"/>
          <p:cNvGraphicFramePr>
            <a:graphicFrameLocks noGrp="1"/>
          </p:cNvGraphicFramePr>
          <p:nvPr/>
        </p:nvGraphicFramePr>
        <p:xfrm>
          <a:off x="623011" y="1473551"/>
          <a:ext cx="11142269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1134"/>
                <a:gridCol w="5571135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Код записи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Наименование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120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REF-121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121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122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REF-123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123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124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REF-125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125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126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02" name="Rectangle 901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3" name="TextBox 902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201 из 201 строк; исключено: 0. Страница 18/29. Показано: 7.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900" name="Google Shape;900;p72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2000"/>
              <a:t xml:space="preserve">Приложение · Справочник · строки 127–133 из 201</a:t>
            </a:r>
          </a:p>
        </p:txBody>
      </p:sp>
      <p:graphicFrame>
        <p:nvGraphicFramePr>
          <p:cNvPr id="901" name="Table 900"/>
          <p:cNvGraphicFramePr>
            <a:graphicFrameLocks noGrp="1"/>
          </p:cNvGraphicFramePr>
          <p:nvPr/>
        </p:nvGraphicFramePr>
        <p:xfrm>
          <a:off x="623011" y="1473551"/>
          <a:ext cx="11142269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1134"/>
                <a:gridCol w="5571135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Код записи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Наименование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127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REF-128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128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129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REF-130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130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131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REF-132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132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133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02" name="Rectangle 901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3" name="TextBox 902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201 из 201 строк; исключено: 0. Страница 19/29. Показано: 7.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900" name="Google Shape;900;p72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2000"/>
              <a:t xml:space="preserve">Приложение · Справочник · строки 134–140 из 201</a:t>
            </a:r>
          </a:p>
        </p:txBody>
      </p:sp>
      <p:graphicFrame>
        <p:nvGraphicFramePr>
          <p:cNvPr id="901" name="Table 900"/>
          <p:cNvGraphicFramePr>
            <a:graphicFrameLocks noGrp="1"/>
          </p:cNvGraphicFramePr>
          <p:nvPr/>
        </p:nvGraphicFramePr>
        <p:xfrm>
          <a:off x="623011" y="1473551"/>
          <a:ext cx="11142269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1134"/>
                <a:gridCol w="5571135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Код записи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Наименование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134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REF-135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135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136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REF-137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137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138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REF-139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139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140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02" name="Rectangle 901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3" name="TextBox 902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201 из 201 строк; исключено: 0. Страница 20/29. Показано: 7.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900" name="Google Shape;900;p72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2000"/>
              <a:t xml:space="preserve">Приложение · Справочник · строки 141–147 из 201</a:t>
            </a:r>
          </a:p>
        </p:txBody>
      </p:sp>
      <p:graphicFrame>
        <p:nvGraphicFramePr>
          <p:cNvPr id="901" name="Table 900"/>
          <p:cNvGraphicFramePr>
            <a:graphicFrameLocks noGrp="1"/>
          </p:cNvGraphicFramePr>
          <p:nvPr/>
        </p:nvGraphicFramePr>
        <p:xfrm>
          <a:off x="623011" y="1473551"/>
          <a:ext cx="11142269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1134"/>
                <a:gridCol w="5571135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Код записи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Наименование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141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REF-142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142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143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REF-144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144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145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REF-146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146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147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02" name="Rectangle 901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3" name="TextBox 902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201 из 201 строк; исключено: 0. Страница 21/29. Показано: 7.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900" name="Google Shape;900;p72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2000"/>
              <a:t xml:space="preserve">Приложение · Справочник · строки 148–154 из 201</a:t>
            </a:r>
          </a:p>
        </p:txBody>
      </p:sp>
      <p:graphicFrame>
        <p:nvGraphicFramePr>
          <p:cNvPr id="901" name="Table 900"/>
          <p:cNvGraphicFramePr>
            <a:graphicFrameLocks noGrp="1"/>
          </p:cNvGraphicFramePr>
          <p:nvPr/>
        </p:nvGraphicFramePr>
        <p:xfrm>
          <a:off x="623011" y="1473551"/>
          <a:ext cx="11142269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1134"/>
                <a:gridCol w="5571135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Код записи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Наименование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148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REF-149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149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150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REF-151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151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152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REF-153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153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154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02" name="Rectangle 901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3" name="TextBox 902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201 из 201 строк; исключено: 0. Страница 22/29. Показано: 7.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900" name="Google Shape;900;p72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2000"/>
              <a:t xml:space="preserve">Приложение · Справочник · строки 155–161 из 201</a:t>
            </a:r>
          </a:p>
        </p:txBody>
      </p:sp>
      <p:graphicFrame>
        <p:nvGraphicFramePr>
          <p:cNvPr id="901" name="Table 900"/>
          <p:cNvGraphicFramePr>
            <a:graphicFrameLocks noGrp="1"/>
          </p:cNvGraphicFramePr>
          <p:nvPr/>
        </p:nvGraphicFramePr>
        <p:xfrm>
          <a:off x="623011" y="1473551"/>
          <a:ext cx="11142269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1134"/>
                <a:gridCol w="5571135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Код записи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Наименование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155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REF-156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156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157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REF-158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158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159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REF-160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160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161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02" name="Rectangle 901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3" name="TextBox 902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201 из 201 строк; исключено: 0. Страница 23/29. Показано: 7.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900" name="Google Shape;900;p72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2000"/>
              <a:t xml:space="preserve">Приложение · Справочник · строки 162–168 из 201</a:t>
            </a:r>
          </a:p>
        </p:txBody>
      </p:sp>
      <p:graphicFrame>
        <p:nvGraphicFramePr>
          <p:cNvPr id="901" name="Table 900"/>
          <p:cNvGraphicFramePr>
            <a:graphicFrameLocks noGrp="1"/>
          </p:cNvGraphicFramePr>
          <p:nvPr/>
        </p:nvGraphicFramePr>
        <p:xfrm>
          <a:off x="623011" y="1473551"/>
          <a:ext cx="11142269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1134"/>
                <a:gridCol w="5571135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Код записи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Наименование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162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REF-163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163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164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REF-165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165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166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REF-167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167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168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02" name="Rectangle 901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3" name="TextBox 902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201 из 201 строк; исключено: 0. Страница 24/29. Показано: 7.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900" name="Google Shape;900;p72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2000"/>
              <a:t xml:space="preserve">Приложение · Справочник · строки 169–175 из 201</a:t>
            </a:r>
          </a:p>
        </p:txBody>
      </p:sp>
      <p:graphicFrame>
        <p:nvGraphicFramePr>
          <p:cNvPr id="901" name="Table 900"/>
          <p:cNvGraphicFramePr>
            <a:graphicFrameLocks noGrp="1"/>
          </p:cNvGraphicFramePr>
          <p:nvPr/>
        </p:nvGraphicFramePr>
        <p:xfrm>
          <a:off x="623011" y="1473551"/>
          <a:ext cx="11142269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1134"/>
                <a:gridCol w="5571135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Код записи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Наименование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169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REF-170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170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171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REF-172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172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173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REF-174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174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175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02" name="Rectangle 901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3" name="TextBox 902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201 из 201 строк; исключено: 0. Страница 25/29. Показано: 7.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900" name="Google Shape;900;p72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2000"/>
              <a:t xml:space="preserve">Приложение · Справочник · строки 176–182 из 201</a:t>
            </a:r>
          </a:p>
        </p:txBody>
      </p:sp>
      <p:graphicFrame>
        <p:nvGraphicFramePr>
          <p:cNvPr id="901" name="Table 900"/>
          <p:cNvGraphicFramePr>
            <a:graphicFrameLocks noGrp="1"/>
          </p:cNvGraphicFramePr>
          <p:nvPr/>
        </p:nvGraphicFramePr>
        <p:xfrm>
          <a:off x="623011" y="1473551"/>
          <a:ext cx="11142269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1134"/>
                <a:gridCol w="5571135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Код записи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Наименование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176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REF-177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177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178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REF-179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179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180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REF-181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181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182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02" name="Rectangle 901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3" name="TextBox 902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201 из 201 строк; исключено: 0. Страница 26/29. Показано: 7.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900" name="Google Shape;900;p72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2000"/>
              <a:t xml:space="preserve">Приложение · Справочник · строки 183–189 из 201</a:t>
            </a:r>
          </a:p>
        </p:txBody>
      </p:sp>
      <p:graphicFrame>
        <p:nvGraphicFramePr>
          <p:cNvPr id="901" name="Table 900"/>
          <p:cNvGraphicFramePr>
            <a:graphicFrameLocks noGrp="1"/>
          </p:cNvGraphicFramePr>
          <p:nvPr/>
        </p:nvGraphicFramePr>
        <p:xfrm>
          <a:off x="623011" y="1473551"/>
          <a:ext cx="11142269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1134"/>
                <a:gridCol w="5571135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Код записи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Наименование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183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REF-184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184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185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REF-186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186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187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REF-188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188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189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02" name="Rectangle 901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3" name="TextBox 902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201 из 201 строк; исключено: 0. Страница 27/29. Показано: 7.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900" name="Google Shape;900;p72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2000"/>
              <a:t xml:space="preserve">Приложение · Справочник · строки 190–196 из 201</a:t>
            </a:r>
          </a:p>
        </p:txBody>
      </p:sp>
      <p:graphicFrame>
        <p:nvGraphicFramePr>
          <p:cNvPr id="901" name="Table 900"/>
          <p:cNvGraphicFramePr>
            <a:graphicFrameLocks noGrp="1"/>
          </p:cNvGraphicFramePr>
          <p:nvPr/>
        </p:nvGraphicFramePr>
        <p:xfrm>
          <a:off x="623011" y="1473551"/>
          <a:ext cx="11142269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1134"/>
                <a:gridCol w="5571135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Код записи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Наименование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190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REF-191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191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192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REF-193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193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194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REF-195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195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196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02" name="Rectangle 901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3" name="TextBox 902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201 из 201 строк; исключено: 0. Страница 28/29. Показано: 7.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900" name="Google Shape;900;p72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2000"/>
              <a:t xml:space="preserve">Приложение · Справочник · строки 197–201 из 201</a:t>
            </a:r>
          </a:p>
        </p:txBody>
      </p:sp>
      <p:graphicFrame>
        <p:nvGraphicFramePr>
          <p:cNvPr id="901" name="Table 900"/>
          <p:cNvGraphicFramePr>
            <a:graphicFrameLocks noGrp="1"/>
          </p:cNvGraphicFramePr>
          <p:nvPr/>
        </p:nvGraphicFramePr>
        <p:xfrm>
          <a:off x="623011" y="1473551"/>
          <a:ext cx="11142269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1134"/>
                <a:gridCol w="5571135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Код записи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Наименование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197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REF-198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198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199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REF-200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200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REF-201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201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02" name="Rectangle 901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3" name="TextBox 902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201 из 201 строк; исключено: 0. Страница 29/29. Показано: 5.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VK New Color">
  <a:themeElements>
    <a:clrScheme name="VK Education">
      <a:dk1>
        <a:srgbClr val="000000"/>
      </a:dk1>
      <a:lt1>
        <a:srgbClr val="EBF3F9"/>
      </a:lt1>
      <a:dk2>
        <a:srgbClr val="0077FF"/>
      </a:dk2>
      <a:lt2>
        <a:srgbClr val="FFFFFF"/>
      </a:lt2>
      <a:accent1>
        <a:srgbClr val="0077FF"/>
      </a:accent1>
      <a:accent2>
        <a:srgbClr val="FF3885"/>
      </a:accent2>
      <a:accent3>
        <a:srgbClr val="7CEDF8"/>
      </a:accent3>
      <a:accent4>
        <a:srgbClr val="EBF3F9"/>
      </a:accent4>
      <a:accent5>
        <a:srgbClr val="D8FAFD"/>
      </a:accent5>
      <a:accent6>
        <a:srgbClr val="FFEBF3"/>
      </a:accent6>
      <a:hlink>
        <a:srgbClr val="0077FF"/>
      </a:hlink>
      <a:folHlink>
        <a:srgbClr val="005E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VK New Color">
  <a:themeElements>
    <a:clrScheme name="VK Education">
      <a:dk1>
        <a:srgbClr val="000000"/>
      </a:dk1>
      <a:lt1>
        <a:srgbClr val="EBF3F9"/>
      </a:lt1>
      <a:dk2>
        <a:srgbClr val="0077FF"/>
      </a:dk2>
      <a:lt2>
        <a:srgbClr val="FFFFFF"/>
      </a:lt2>
      <a:accent1>
        <a:srgbClr val="0077FF"/>
      </a:accent1>
      <a:accent2>
        <a:srgbClr val="FF3885"/>
      </a:accent2>
      <a:accent3>
        <a:srgbClr val="7CEDF8"/>
      </a:accent3>
      <a:accent4>
        <a:srgbClr val="EBF3F9"/>
      </a:accent4>
      <a:accent5>
        <a:srgbClr val="D8FAFD"/>
      </a:accent5>
      <a:accent6>
        <a:srgbClr val="FFEBF3"/>
      </a:accent6>
      <a:hlink>
        <a:srgbClr val="0077FF"/>
      </a:hlink>
      <a:folHlink>
        <a:srgbClr val="005E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