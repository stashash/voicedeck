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Прототип аналитики на синтетических данных демонстрирует разделение наблюдений и интерпретаций с сохранением оговорок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Система отделяет факты от выводов и фиксирует ограничения данных.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60" name="Chart 459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 Страница 1/1.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3" name="Rectangle 712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Показано: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Rectangle 45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Следующие шаги: интеграция в процесс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Специалисты проверяют качество подготовки слайдов.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Сбор комментариев по структуре и подаче.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этапов интеграции в рабочий процесс.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500"/>
              <a:t xml:space="preserve">Готовы ответить на вопросы о возможностях прототипа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1–7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8–14 из 201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Table 63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15–21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22–28 из 201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22–28 из 201; страница 4 из 29.</a:t>
            </a:r>
          </a:p>
        </p:txBody>
      </p:sp>
      <p:graphicFrame>
        <p:nvGraphicFramePr>
          <p:cNvPr id="685" name="Table 68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86" name="Rectangle 68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29–35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36–42 из 201</a:t>
            </a:r>
          </a:p>
        </p:txBody>
      </p:sp>
      <p:graphicFrame>
        <p:nvGraphicFramePr>
          <p:cNvPr id="776" name="Table 775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77" name="Rectangle 77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43–49 из 201; страница 7 из 29.</a:t>
            </a:r>
          </a:p>
        </p:txBody>
      </p:sp>
      <p:graphicFrame>
        <p:nvGraphicFramePr>
          <p:cNvPr id="437" name="Table 436"/>
          <p:cNvGraphicFramePr>
            <a:graphicFrameLocks noGrp="1"/>
          </p:cNvGraphicFramePr>
          <p:nvPr/>
        </p:nvGraphicFramePr>
        <p:xfrm>
          <a:off x="4249646" y="1939164"/>
          <a:ext cx="751319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598"/>
                <a:gridCol w="375659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38" name="Rectangle 4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50–56 из 201</a:t>
            </a:r>
          </a:p>
        </p:txBody>
      </p:sp>
      <p:graphicFrame>
        <p:nvGraphicFramePr>
          <p:cNvPr id="558" name="Table 557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59" name="Rectangle 55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57–63 из 201</a:t>
            </a:r>
          </a:p>
        </p:txBody>
      </p:sp>
      <p:graphicFrame>
        <p:nvGraphicFramePr>
          <p:cNvPr id="719" name="Table 718"/>
          <p:cNvGraphicFramePr>
            <a:graphicFrameLocks noGrp="1"/>
          </p:cNvGraphicFramePr>
          <p:nvPr/>
        </p:nvGraphicFramePr>
        <p:xfrm>
          <a:off x="427939" y="1729423"/>
          <a:ext cx="1043835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176"/>
                <a:gridCol w="521917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20" name="Rectangle 71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64–70 из 201</a:t>
            </a:r>
          </a:p>
        </p:txBody>
      </p:sp>
      <p:graphicFrame>
        <p:nvGraphicFramePr>
          <p:cNvPr id="460" name="Table 459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71–77 из 201; страница 11 из 29.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71–77 из 201</a:t>
            </a:r>
          </a:p>
        </p:txBody>
      </p:sp>
      <p:graphicFrame>
        <p:nvGraphicFramePr>
          <p:cNvPr id="704" name="Table 703"/>
          <p:cNvGraphicFramePr>
            <a:graphicFrameLocks noGrp="1"/>
          </p:cNvGraphicFramePr>
          <p:nvPr/>
        </p:nvGraphicFramePr>
        <p:xfrm>
          <a:off x="427939" y="1887449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78–84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85–91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92–98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99–105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106–112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113–119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120–126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127–133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134–140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141–147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148–154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155–161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162–168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169–175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176–182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183–189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190–196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197–201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29/29. Показано: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