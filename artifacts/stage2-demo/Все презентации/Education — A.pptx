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leads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Search</c:v>
                </c:pt>
                <c:pt idx="1">
                  <c:v>Social</c:v>
                </c:pt>
                <c:pt idx="2">
                  <c:v>Partners</c:v>
                </c:pt>
                <c:pt idx="3">
                  <c:v>Email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leads</c:v>
                </c:pt>
              </c:strCache>
            </c:strRef>
          </c:tx>
          <c:spPr>
            <a:solidFill>
              <a:srgbClr val="FF3885"/>
            </a:solidFill>
          </c:spPr>
          <c:cat>
            <c:strRef>
              <c:f>Sheet1!$A$2:$A$5</c:f>
              <c:strCache>
                <c:ptCount val="4"/>
                <c:pt idx="0">
                  <c:v>Search</c:v>
                </c:pt>
                <c:pt idx="1">
                  <c:v>Social</c:v>
                </c:pt>
                <c:pt idx="2">
                  <c:v>Partners</c:v>
                </c:pt>
                <c:pt idx="3">
                  <c:v>Email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channel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actual leads · target leads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FF3885"/>
              </a:solidFill>
            </c:spPr>
          </c:dPt>
          <c:dPt>
            <c:idx val="2"/>
            <c:spPr>
              <a:solidFill>
                <a:srgbClr val="FFE59C"/>
              </a:solidFill>
            </c:spPr>
          </c:dPt>
          <c:cat>
            <c:strRef>
              <c:f>Sheet1!$A$2:$A$4</c:f>
              <c:strCache>
                <c:ptCount val="3"/>
                <c:pt idx="0">
                  <c:v>Resolved</c:v>
                </c:pt>
                <c:pt idx="1">
                  <c:v>Pending</c:v>
                </c:pt>
                <c:pt idx="2">
                  <c:v>Escalated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Region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Requests,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пожаловать. Сегодня мы покажем процесс работы с данными.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missing_zero.csv · 4 исходных строк. Расчёт: Постраничный показ исходных строк; 4 строк всего; без агрегации..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Количество строк источника; значения не агрегировались..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Важно понимать, что мы работаем с учебным материалом, а не с реальными бизнес-метриками.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Слайды с выводами уже готовы, теперь нужно обсудить, какие решения они позволяют принять.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Призыв к действию: обсудите, какие решения нужно принять на основе представленных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8" Type="http://schemas.openxmlformats.org/officeDocument/2006/relationships/chart" Target="../charts/chart3.xml"/><Relationship Id="rId9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Relationship Id="rId6" Type="http://schemas.openxmlformats.org/officeDocument/2006/relationships/chart" Target="../charts/chart4.xml"/><Relationship Id="rId7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5.png"/><Relationship Id="rId14" Type="http://schemas.openxmlformats.org/officeDocument/2006/relationships/image" Target="../media/image32.png"/><Relationship Id="rId15" Type="http://schemas.openxmlformats.org/officeDocument/2006/relationships/image" Target="../media/image31.png"/><Relationship Id="rId16" Type="http://schemas.openxmlformats.org/officeDocument/2006/relationships/image" Target="../media/image34.png"/><Relationship Id="rId17" Type="http://schemas.openxmlformats.org/officeDocument/2006/relationships/image" Target="../media/image33.png"/><Relationship Id="rId18" Type="http://schemas.openxmlformats.org/officeDocument/2006/relationships/image" Target="../media/image37.png"/><Relationship Id="rId19" Type="http://schemas.openxmlformats.org/officeDocument/2006/relationships/image" Target="../media/image36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image" Target="../media/image40.png"/><Relationship Id="rId23" Type="http://schemas.openxmlformats.org/officeDocument/2006/relationships/image" Target="../media/image41.png"/><Relationship Id="rId24" Type="http://schemas.openxmlformats.org/officeDocument/2006/relationships/image" Target="../media/image42.png"/><Relationship Id="rId25" Type="http://schemas.openxmlformats.org/officeDocument/2006/relationships/image" Target="../media/image43.png"/><Relationship Id="rId26" Type="http://schemas.openxmlformats.org/officeDocument/2006/relationships/image" Target="../media/image44.png"/><Relationship Id="rId27" Type="http://schemas.openxmlformats.org/officeDocument/2006/relationships/image" Target="../media/image45.png"/><Relationship Id="rId28" Type="http://schemas.openxmlformats.org/officeDocument/2006/relationships/image" Target="../media/image46.png"/><Relationship Id="rId29" Type="http://schemas.openxmlformats.org/officeDocument/2006/relationships/image" Target="../media/image47.png"/><Relationship Id="rId30" Type="http://schemas.openxmlformats.org/officeDocument/2006/relationships/image" Target="../media/image49.png"/><Relationship Id="rId31" Type="http://schemas.openxmlformats.org/officeDocument/2006/relationships/image" Target="../media/image48.png"/><Relationship Id="rId32" Type="http://schemas.openxmlformats.org/officeDocument/2006/relationships/image" Target="../media/image50.png"/><Relationship Id="rId33" Type="http://schemas.openxmlformats.org/officeDocument/2006/relationships/image" Target="../media/image53.png"/><Relationship Id="rId34" Type="http://schemas.openxmlformats.org/officeDocument/2006/relationships/image" Target="../media/image52.png"/><Relationship Id="rId35" Type="http://schemas.openxmlformats.org/officeDocument/2006/relationships/image" Target="../media/image51.png"/><Relationship Id="rId36" Type="http://schemas.openxmlformats.org/officeDocument/2006/relationships/image" Target="../media/image54.png"/><Relationship Id="rId37" Type="http://schemas.openxmlformats.org/officeDocument/2006/relationships/image" Target="../media/image55.png"/><Relationship Id="rId38" Type="http://schemas.openxmlformats.org/officeDocument/2006/relationships/image" Target="../media/image56.png"/><Relationship Id="rId39" Type="http://schemas.openxmlformats.org/officeDocument/2006/relationships/image" Target="../media/image57.png"/><Relationship Id="rId40" Type="http://schemas.openxmlformats.org/officeDocument/2006/relationships/image" Target="../media/image58.png"/><Relationship Id="rId41" Type="http://schemas.openxmlformats.org/officeDocument/2006/relationships/image" Target="../media/image59.png"/><Relationship Id="rId42" Type="http://schemas.openxmlformats.org/officeDocument/2006/relationships/image" Target="../media/image60.png"/><Relationship Id="rId43" Type="http://schemas.openxmlformats.org/officeDocument/2006/relationships/image" Target="../media/image61.png"/><Relationship Id="rId44" Type="http://schemas.openxmlformats.org/officeDocument/2006/relationships/image" Target="../media/image62.png"/><Relationship Id="rId45" Type="http://schemas.openxmlformats.org/officeDocument/2006/relationships/image" Target="../media/image63.png"/><Relationship Id="rId46" Type="http://schemas.openxmlformats.org/officeDocument/2006/relationships/image" Target="../media/image64.png"/><Relationship Id="rId47" Type="http://schemas.openxmlformats.org/officeDocument/2006/relationships/image" Target="../media/image65.png"/><Relationship Id="rId48" Type="http://schemas.openxmlformats.org/officeDocument/2006/relationships/image" Target="../media/image66.png"/><Relationship Id="rId49" Type="http://schemas.openxmlformats.org/officeDocument/2006/relationships/image" Target="../media/image67.png"/><Relationship Id="rId50" Type="http://schemas.openxmlformats.org/officeDocument/2006/relationships/image" Target="../media/image68.png"/><Relationship Id="rId51" Type="http://schemas.openxmlformats.org/officeDocument/2006/relationships/image" Target="../media/image69.png"/><Relationship Id="rId52" Type="http://schemas.openxmlformats.org/officeDocument/2006/relationships/image" Target="../media/image70.png"/><Relationship Id="rId53" Type="http://schemas.openxmlformats.org/officeDocument/2006/relationships/image" Target="../media/image71.png"/><Relationship Id="rId54" Type="http://schemas.openxmlformats.org/officeDocument/2006/relationships/image" Target="../media/image72.png"/><Relationship Id="rId55" Type="http://schemas.openxmlformats.org/officeDocument/2006/relationships/image" Target="../media/image73.png"/><Relationship Id="rId56" Type="http://schemas.openxmlformats.org/officeDocument/2006/relationships/image" Target="../media/image74.png"/><Relationship Id="rId57" Type="http://schemas.openxmlformats.org/officeDocument/2006/relationships/image" Target="../media/image75.png"/><Relationship Id="rId58" Type="http://schemas.openxmlformats.org/officeDocument/2006/relationships/image" Target="../media/image76.png"/><Relationship Id="rId59" Type="http://schemas.openxmlformats.org/officeDocument/2006/relationships/image" Target="../media/image77.png"/><Relationship Id="rId60" Type="http://schemas.openxmlformats.org/officeDocument/2006/relationships/image" Target="../media/image79.png"/><Relationship Id="rId61" Type="http://schemas.openxmlformats.org/officeDocument/2006/relationships/image" Target="../media/image78.png"/><Relationship Id="rId62" Type="http://schemas.openxmlformats.org/officeDocument/2006/relationships/image" Target="../media/image80.png"/><Relationship Id="rId63" Type="http://schemas.openxmlformats.org/officeDocument/2006/relationships/image" Target="../media/image82.png"/><Relationship Id="rId64" Type="http://schemas.openxmlformats.org/officeDocument/2006/relationships/image" Target="../media/image81.png"/><Relationship Id="rId65" Type="http://schemas.openxmlformats.org/officeDocument/2006/relationships/image" Target="../media/image83.png"/><Relationship Id="rId66" Type="http://schemas.openxmlformats.org/officeDocument/2006/relationships/image" Target="../media/image84.png"/><Relationship Id="rId67" Type="http://schemas.openxmlformats.org/officeDocument/2006/relationships/image" Target="../media/image85.png"/><Relationship Id="rId68" Type="http://schemas.openxmlformats.org/officeDocument/2006/relationships/image" Target="../media/image86.png"/><Relationship Id="rId69" Type="http://schemas.openxmlformats.org/officeDocument/2006/relationships/image" Target="../media/image87.png"/><Relationship Id="rId70" Type="http://schemas.openxmlformats.org/officeDocument/2006/relationships/image" Target="../media/image88.png"/><Relationship Id="rId71" Type="http://schemas.openxmlformats.org/officeDocument/2006/relationships/image" Target="../media/image89.png"/><Relationship Id="rId72" Type="http://schemas.openxmlformats.org/officeDocument/2006/relationships/image" Target="../media/image90.png"/><Relationship Id="rId73" Type="http://schemas.openxmlformats.org/officeDocument/2006/relationships/image" Target="../media/image91.png"/><Relationship Id="rId74" Type="http://schemas.openxmlformats.org/officeDocument/2006/relationships/image" Target="../media/image92.png"/><Relationship Id="rId75" Type="http://schemas.openxmlformats.org/officeDocument/2006/relationships/image" Target="../media/image93.png"/><Relationship Id="rId76" Type="http://schemas.openxmlformats.org/officeDocument/2006/relationships/image" Target="../media/image94.png"/><Relationship Id="rId77" Type="http://schemas.openxmlformats.org/officeDocument/2006/relationships/image" Target="../media/image95.png"/><Relationship Id="rId78" Type="http://schemas.openxmlformats.org/officeDocument/2006/relationships/image" Target="../media/image96.png"/><Relationship Id="rId79" Type="http://schemas.openxmlformats.org/officeDocument/2006/relationships/image" Target="../media/image97.png"/><Relationship Id="rId80" Type="http://schemas.openxmlformats.org/officeDocument/2006/relationships/image" Target="../media/image98.png"/><Relationship Id="rId81" Type="http://schemas.openxmlformats.org/officeDocument/2006/relationships/image" Target="../media/image100.png"/><Relationship Id="rId82" Type="http://schemas.openxmlformats.org/officeDocument/2006/relationships/image" Target="../media/image99.png"/><Relationship Id="rId83" Type="http://schemas.openxmlformats.org/officeDocument/2006/relationships/image" Target="../media/image101.png"/><Relationship Id="rId84" Type="http://schemas.openxmlformats.org/officeDocument/2006/relationships/image" Target="../media/image103.png"/><Relationship Id="rId85" Type="http://schemas.openxmlformats.org/officeDocument/2006/relationships/image" Target="../media/image102.png"/><Relationship Id="rId86" Type="http://schemas.openxmlformats.org/officeDocument/2006/relationships/image" Target="../media/image104.png"/><Relationship Id="rId87" Type="http://schemas.openxmlformats.org/officeDocument/2006/relationships/image" Target="../media/image105.png"/><Relationship Id="rId88" Type="http://schemas.openxmlformats.org/officeDocument/2006/relationships/image" Target="../media/image106.png"/><Relationship Id="rId89" Type="http://schemas.openxmlformats.org/officeDocument/2006/relationships/image" Target="../media/image107.png"/><Relationship Id="rId90" Type="http://schemas.openxmlformats.org/officeDocument/2006/relationships/image" Target="../media/image108.png"/><Relationship Id="rId91" Type="http://schemas.openxmlformats.org/officeDocument/2006/relationships/image" Target="../media/image109.png"/><Relationship Id="rId92" Type="http://schemas.openxmlformats.org/officeDocument/2006/relationships/image" Target="../media/image110.png"/><Relationship Id="rId93" Type="http://schemas.openxmlformats.org/officeDocument/2006/relationships/image" Target="../media/image111.png"/><Relationship Id="rId94" Type="http://schemas.openxmlformats.org/officeDocument/2006/relationships/image" Target="../media/image113.png"/><Relationship Id="rId95" Type="http://schemas.openxmlformats.org/officeDocument/2006/relationships/image" Target="../media/image112.png"/><Relationship Id="rId96" Type="http://schemas.openxmlformats.org/officeDocument/2006/relationships/image" Target="../media/image114.png"/><Relationship Id="rId97" Type="http://schemas.openxmlformats.org/officeDocument/2006/relationships/image" Target="../media/image115.png"/><Relationship Id="rId98" Type="http://schemas.openxmlformats.org/officeDocument/2006/relationships/image" Target="../media/image116.png"/><Relationship Id="rId99" Type="http://schemas.openxmlformats.org/officeDocument/2006/relationships/image" Target="../media/image117.png"/><Relationship Id="rId100" Type="http://schemas.openxmlformats.org/officeDocument/2006/relationships/image" Target="../media/image118.png"/><Relationship Id="rId101" Type="http://schemas.openxmlformats.org/officeDocument/2006/relationships/image" Target="../media/image121.png"/><Relationship Id="rId102" Type="http://schemas.openxmlformats.org/officeDocument/2006/relationships/image" Target="../media/image119.png"/><Relationship Id="rId103" Type="http://schemas.openxmlformats.org/officeDocument/2006/relationships/image" Target="../media/image125.png"/><Relationship Id="rId104" Type="http://schemas.openxmlformats.org/officeDocument/2006/relationships/image" Target="../media/image122.png"/><Relationship Id="rId105" Type="http://schemas.openxmlformats.org/officeDocument/2006/relationships/image" Target="../media/image120.png"/><Relationship Id="rId106" Type="http://schemas.openxmlformats.org/officeDocument/2006/relationships/image" Target="../media/image123.png"/><Relationship Id="rId107" Type="http://schemas.openxmlformats.org/officeDocument/2006/relationships/image" Target="../media/image124.png"/><Relationship Id="rId108" Type="http://schemas.openxmlformats.org/officeDocument/2006/relationships/image" Target="../media/image126.png"/><Relationship Id="rId109" Type="http://schemas.openxmlformats.org/officeDocument/2006/relationships/image" Target="../media/image128.png"/><Relationship Id="rId110" Type="http://schemas.openxmlformats.org/officeDocument/2006/relationships/image" Target="../media/image127.png"/><Relationship Id="rId111" Type="http://schemas.openxmlformats.org/officeDocument/2006/relationships/image" Target="../media/image130.png"/><Relationship Id="rId112" Type="http://schemas.openxmlformats.org/officeDocument/2006/relationships/image" Target="../media/image131.png"/><Relationship Id="rId113" Type="http://schemas.openxmlformats.org/officeDocument/2006/relationships/image" Target="../media/image129.png"/><Relationship Id="rId114" Type="http://schemas.openxmlformats.org/officeDocument/2006/relationships/image" Target="../media/image134.png"/><Relationship Id="rId115" Type="http://schemas.openxmlformats.org/officeDocument/2006/relationships/image" Target="../media/image133.png"/><Relationship Id="rId116" Type="http://schemas.openxmlformats.org/officeDocument/2006/relationships/image" Target="../media/image135.png"/><Relationship Id="rId117" Type="http://schemas.openxmlformats.org/officeDocument/2006/relationships/image" Target="../media/image132.png"/><Relationship Id="rId118" Type="http://schemas.openxmlformats.org/officeDocument/2006/relationships/image" Target="../media/image136.png"/><Relationship Id="rId119" Type="http://schemas.openxmlformats.org/officeDocument/2006/relationships/image" Target="../media/image138.png"/><Relationship Id="rId120" Type="http://schemas.openxmlformats.org/officeDocument/2006/relationships/image" Target="../media/image137.png"/><Relationship Id="rId121" Type="http://schemas.openxmlformats.org/officeDocument/2006/relationships/image" Target="../media/image139.png"/><Relationship Id="rId122" Type="http://schemas.openxmlformats.org/officeDocument/2006/relationships/image" Target="../media/image140.png"/><Relationship Id="rId123" Type="http://schemas.openxmlformats.org/officeDocument/2006/relationships/image" Target="../media/image141.png"/><Relationship Id="rId124" Type="http://schemas.openxmlformats.org/officeDocument/2006/relationships/image" Target="../media/image143.png"/><Relationship Id="rId125" Type="http://schemas.openxmlformats.org/officeDocument/2006/relationships/image" Target="../media/image142.png"/><Relationship Id="rId126" Type="http://schemas.openxmlformats.org/officeDocument/2006/relationships/image" Target="../media/image144.png"/><Relationship Id="rId127" Type="http://schemas.openxmlformats.org/officeDocument/2006/relationships/image" Target="../media/image145.png"/><Relationship Id="rId128" Type="http://schemas.openxmlformats.org/officeDocument/2006/relationships/image" Target="../media/image147.png"/><Relationship Id="rId129" Type="http://schemas.openxmlformats.org/officeDocument/2006/relationships/image" Target="../media/image146.png"/><Relationship Id="rId130" Type="http://schemas.openxmlformats.org/officeDocument/2006/relationships/image" Target="../media/image148.png"/><Relationship Id="rId131" Type="http://schemas.openxmlformats.org/officeDocument/2006/relationships/image" Target="../media/image149.png"/><Relationship Id="rId132" Type="http://schemas.openxmlformats.org/officeDocument/2006/relationships/image" Target="../media/image150.png"/><Relationship Id="rId133" Type="http://schemas.openxmlformats.org/officeDocument/2006/relationships/image" Target="../media/image151.png"/><Relationship Id="rId134" Type="http://schemas.openxmlformats.org/officeDocument/2006/relationships/image" Target="../media/image152.png"/><Relationship Id="rId135" Type="http://schemas.openxmlformats.org/officeDocument/2006/relationships/image" Target="../media/image153.png"/><Relationship Id="rId136" Type="http://schemas.openxmlformats.org/officeDocument/2006/relationships/image" Target="../media/image154.png"/><Relationship Id="rId137" Type="http://schemas.openxmlformats.org/officeDocument/2006/relationships/image" Target="../media/image155.png"/><Relationship Id="rId138" Type="http://schemas.openxmlformats.org/officeDocument/2006/relationships/image" Target="../media/image156.png"/><Relationship Id="rId139" Type="http://schemas.openxmlformats.org/officeDocument/2006/relationships/image" Target="../media/image157.png"/><Relationship Id="rId140" Type="http://schemas.openxmlformats.org/officeDocument/2006/relationships/image" Target="../media/image159.png"/><Relationship Id="rId141" Type="http://schemas.openxmlformats.org/officeDocument/2006/relationships/image" Target="../media/image158.png"/><Relationship Id="rId142" Type="http://schemas.openxmlformats.org/officeDocument/2006/relationships/image" Target="../media/image160.png"/><Relationship Id="rId143" Type="http://schemas.openxmlformats.org/officeDocument/2006/relationships/image" Target="../media/image161.png"/><Relationship Id="rId144" Type="http://schemas.openxmlformats.org/officeDocument/2006/relationships/image" Target="../media/image163.png"/><Relationship Id="rId145" Type="http://schemas.openxmlformats.org/officeDocument/2006/relationships/image" Target="../media/image162.png"/><Relationship Id="rId146" Type="http://schemas.openxmlformats.org/officeDocument/2006/relationships/image" Target="../media/image164.png"/><Relationship Id="rId147" Type="http://schemas.openxmlformats.org/officeDocument/2006/relationships/image" Target="../media/image165.png"/><Relationship Id="rId148" Type="http://schemas.openxmlformats.org/officeDocument/2006/relationships/image" Target="../media/image166.png"/><Relationship Id="rId149" Type="http://schemas.openxmlformats.org/officeDocument/2006/relationships/image" Target="../media/image167.png"/><Relationship Id="rId150" Type="http://schemas.openxmlformats.org/officeDocument/2006/relationships/image" Target="../media/image168.png"/><Relationship Id="rId151" Type="http://schemas.openxmlformats.org/officeDocument/2006/relationships/image" Target="../media/image169.png"/><Relationship Id="rId152" Type="http://schemas.openxmlformats.org/officeDocument/2006/relationships/image" Target="../media/image171.png"/><Relationship Id="rId153" Type="http://schemas.openxmlformats.org/officeDocument/2006/relationships/image" Target="../media/image170.png"/><Relationship Id="rId154" Type="http://schemas.openxmlformats.org/officeDocument/2006/relationships/image" Target="../media/image172.png"/><Relationship Id="rId155" Type="http://schemas.openxmlformats.org/officeDocument/2006/relationships/image" Target="../media/image173.png"/><Relationship Id="rId156" Type="http://schemas.openxmlformats.org/officeDocument/2006/relationships/image" Target="../media/image174.png"/><Relationship Id="rId157" Type="http://schemas.openxmlformats.org/officeDocument/2006/relationships/image" Target="../media/image175.png"/><Relationship Id="rId158" Type="http://schemas.openxmlformats.org/officeDocument/2006/relationships/image" Target="../media/image176.png"/><Relationship Id="rId159" Type="http://schemas.openxmlformats.org/officeDocument/2006/relationships/image" Target="../media/image177.png"/><Relationship Id="rId160" Type="http://schemas.openxmlformats.org/officeDocument/2006/relationships/image" Target="../media/image178.png"/><Relationship Id="rId161" Type="http://schemas.openxmlformats.org/officeDocument/2006/relationships/image" Target="../media/image179.png"/><Relationship Id="rId162" Type="http://schemas.openxmlformats.org/officeDocument/2006/relationships/image" Target="../media/image180.png"/><Relationship Id="rId163" Type="http://schemas.openxmlformats.org/officeDocument/2006/relationships/image" Target="../media/image181.png"/><Relationship Id="rId164" Type="http://schemas.openxmlformats.org/officeDocument/2006/relationships/image" Target="../media/image182.png"/><Relationship Id="rId165" Type="http://schemas.openxmlformats.org/officeDocument/2006/relationships/image" Target="../media/image183.png"/><Relationship Id="rId166" Type="http://schemas.openxmlformats.org/officeDocument/2006/relationships/image" Target="../media/image184.png"/><Relationship Id="rId167" Type="http://schemas.openxmlformats.org/officeDocument/2006/relationships/image" Target="../media/image186.png"/><Relationship Id="rId168" Type="http://schemas.openxmlformats.org/officeDocument/2006/relationships/image" Target="../media/image185.png"/><Relationship Id="rId169" Type="http://schemas.openxmlformats.org/officeDocument/2006/relationships/image" Target="../media/image187.png"/><Relationship Id="rId170" Type="http://schemas.openxmlformats.org/officeDocument/2006/relationships/image" Target="../media/image188.png"/><Relationship Id="rId171" Type="http://schemas.openxmlformats.org/officeDocument/2006/relationships/image" Target="../media/image189.png"/><Relationship Id="rId172" Type="http://schemas.openxmlformats.org/officeDocument/2006/relationships/image" Target="../media/image191.png"/><Relationship Id="rId173" Type="http://schemas.openxmlformats.org/officeDocument/2006/relationships/image" Target="../media/image190.png"/><Relationship Id="rId174" Type="http://schemas.openxmlformats.org/officeDocument/2006/relationships/image" Target="../media/image192.png"/><Relationship Id="rId175" Type="http://schemas.openxmlformats.org/officeDocument/2006/relationships/image" Target="../media/image194.png"/><Relationship Id="rId176" Type="http://schemas.openxmlformats.org/officeDocument/2006/relationships/image" Target="../media/image193.png"/><Relationship Id="rId177" Type="http://schemas.openxmlformats.org/officeDocument/2006/relationships/image" Target="../media/image195.png"/><Relationship Id="rId178" Type="http://schemas.openxmlformats.org/officeDocument/2006/relationships/image" Target="../media/image196.png"/><Relationship Id="rId179" Type="http://schemas.openxmlformats.org/officeDocument/2006/relationships/image" Target="../media/image197.png"/><Relationship Id="rId180" Type="http://schemas.openxmlformats.org/officeDocument/2006/relationships/image" Target="../media/image198.png"/><Relationship Id="rId181" Type="http://schemas.openxmlformats.org/officeDocument/2006/relationships/image" Target="../media/image199.png"/><Relationship Id="rId182" Type="http://schemas.openxmlformats.org/officeDocument/2006/relationships/image" Target="../media/image200.png"/><Relationship Id="rId183" Type="http://schemas.openxmlformats.org/officeDocument/2006/relationships/image" Target="../media/image201.png"/><Relationship Id="rId184" Type="http://schemas.openxmlformats.org/officeDocument/2006/relationships/image" Target="../media/image202.png"/><Relationship Id="rId185" Type="http://schemas.openxmlformats.org/officeDocument/2006/relationships/image" Target="../media/image204.png"/><Relationship Id="rId186" Type="http://schemas.openxmlformats.org/officeDocument/2006/relationships/image" Target="../media/image203.png"/><Relationship Id="rId187" Type="http://schemas.openxmlformats.org/officeDocument/2006/relationships/image" Target="../media/image205.png"/><Relationship Id="rId188" Type="http://schemas.openxmlformats.org/officeDocument/2006/relationships/image" Target="../media/image207.png"/><Relationship Id="rId189" Type="http://schemas.openxmlformats.org/officeDocument/2006/relationships/image" Target="../media/image206.png"/><Relationship Id="rId190" Type="http://schemas.openxmlformats.org/officeDocument/2006/relationships/image" Target="../media/image208.png"/><Relationship Id="rId191" Type="http://schemas.openxmlformats.org/officeDocument/2006/relationships/image" Target="../media/image209.png"/><Relationship Id="rId192" Type="http://schemas.openxmlformats.org/officeDocument/2006/relationships/image" Target="../media/image210.png"/><Relationship Id="rId193" Type="http://schemas.openxmlformats.org/officeDocument/2006/relationships/image" Target="../media/image211.png"/><Relationship Id="rId194" Type="http://schemas.openxmlformats.org/officeDocument/2006/relationships/image" Target="../media/image213.png"/><Relationship Id="rId195" Type="http://schemas.openxmlformats.org/officeDocument/2006/relationships/image" Target="../media/image212.png"/><Relationship Id="rId196" Type="http://schemas.openxmlformats.org/officeDocument/2006/relationships/image" Target="../media/image214.png"/><Relationship Id="rId197" Type="http://schemas.openxmlformats.org/officeDocument/2006/relationships/image" Target="../media/image216.png"/><Relationship Id="rId198" Type="http://schemas.openxmlformats.org/officeDocument/2006/relationships/image" Target="../media/image215.png"/><Relationship Id="rId199" Type="http://schemas.openxmlformats.org/officeDocument/2006/relationships/image" Target="../media/image218.png"/><Relationship Id="rId200" Type="http://schemas.openxmlformats.org/officeDocument/2006/relationships/image" Target="../media/image217.png"/><Relationship Id="rId201" Type="http://schemas.openxmlformats.org/officeDocument/2006/relationships/image" Target="../media/image219.png"/><Relationship Id="rId202" Type="http://schemas.openxmlformats.org/officeDocument/2006/relationships/image" Target="../media/image220.png"/><Relationship Id="rId203" Type="http://schemas.openxmlformats.org/officeDocument/2006/relationships/image" Target="../media/image221.png"/><Relationship Id="rId204" Type="http://schemas.openxmlformats.org/officeDocument/2006/relationships/image" Target="../media/image222.png"/><Relationship Id="rId205" Type="http://schemas.openxmlformats.org/officeDocument/2006/relationships/image" Target="../media/image223.png"/><Relationship Id="rId206" Type="http://schemas.openxmlformats.org/officeDocument/2006/relationships/image" Target="../media/image224.png"/><Relationship Id="rId207" Type="http://schemas.openxmlformats.org/officeDocument/2006/relationships/image" Target="../media/image225.png"/><Relationship Id="rId208" Type="http://schemas.openxmlformats.org/officeDocument/2006/relationships/image" Target="../media/image226.png"/><Relationship Id="rId209" Type="http://schemas.openxmlformats.org/officeDocument/2006/relationships/chart" Target="../charts/chart5.xml"/><Relationship Id="rId210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5.xm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</a:p>
        </p:txBody>
      </p:sp>
      <p:sp>
        <p:nvSpPr>
          <p:cNvPr id="237" name="Google Shape;237;p33"/>
          <p:cNvSpPr txBox="1"/>
          <p:nvPr>
            <p:ph type="title"/>
          </p:nvPr>
        </p:nvSpPr>
        <p:spPr>
          <a:xfrm>
            <a:off x="622261" y="2921912"/>
            <a:ext cx="516705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2000"/>
              <a:t xml:space="preserve">Синтетические данные превращаются в готовые слайды с чётким разделением наблюдений и интерпретаций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Данные являются синтетическими и учебными.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6" name="Google Shape;276;p3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3600">
                <a:solidFill>
                  <a:schemeClr val="dk2"/>
                </a:solidFill>
              </a:rPr>
              <a:t xml:space="preserve">actual leads: максимум 240 — «Search»</a:t>
            </a:r>
          </a:p>
        </p:txBody>
      </p:sp>
      <p:graphicFrame>
        <p:nvGraphicFramePr>
          <p:cNvPr id="277" name="Chart 276"/>
          <p:cNvGraphicFramePr>
            <a:graphicFrameLocks noGrp="1"/>
          </p:cNvGraphicFramePr>
          <p:nvPr/>
        </p:nvGraphicFramePr>
        <p:xfrm>
          <a:off x="623011" y="1473551"/>
          <a:ext cx="11142269" cy="46300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8" name="Rectangle 277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category_comparison.csv · 4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4 из 4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83" name="Google Shape;283;p4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2000">
                <a:solidFill>
                  <a:schemeClr val="dk2"/>
                </a:solidFill>
              </a:rPr>
              <a:t xml:space="preserve">tickets: «Resolved» — 62.00% показанной суммы</a:t>
            </a:r>
          </a:p>
        </p:txBody>
      </p:sp>
      <p:graphicFrame>
        <p:nvGraphicFramePr>
          <p:cNvPr id="284" name="Chart 283"/>
          <p:cNvGraphicFramePr>
            <a:graphicFrameLocks noGrp="1"/>
          </p:cNvGraphicFramePr>
          <p:nvPr/>
        </p:nvGraphicFramePr>
        <p:xfrm>
          <a:off x="623011" y="1473551"/>
          <a:ext cx="11142269" cy="46300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5" name="Rectangle 28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category_shares.json · 3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63" name="Google Shape;763;p58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Распределение Значение: от 18 до 95</a:t>
            </a:r>
          </a:p>
        </p:txBody>
      </p:sp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58"/>
          <p:cNvSpPr txBox="1"/>
          <p:nvPr/>
        </p:nvSpPr>
        <p:spPr>
          <a:xfrm>
            <a:off x="8112126" y="3774296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25 полных наблюдений Значение: минимум 18, максимум 95; все наблюдения, включая выбросы, сохранены.</a:t>
            </a:r>
          </a:p>
        </p:txBody>
      </p:sp>
      <p:graphicFrame>
        <p:nvGraphicFramePr>
          <p:cNvPr id="768" name="Chart 767"/>
          <p:cNvGraphicFramePr>
            <a:graphicFrameLocks noGrp="1"/>
          </p:cNvGraphicFramePr>
          <p:nvPr/>
        </p:nvGraphicFramePr>
        <p:xfrm>
          <a:off x="623011" y="1473551"/>
          <a:ext cx="7489115" cy="4630069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769" name="Rectangle 768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distribution.csv · 25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25 из 25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4" name="Google Shape;794;p6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Requests: максимум 120 — «North»</a:t>
            </a:r>
          </a:p>
        </p:txBody>
      </p:sp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60"/>
          <p:cNvSpPr txBox="1"/>
          <p:nvPr/>
        </p:nvSpPr>
        <p:spPr>
          <a:xfrm>
            <a:off x="8112126" y="3273458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Среди 3 полных наблюдений по полю «Requests» максимальное значение 120: «North».</a:t>
            </a:r>
          </a:p>
        </p:txBody>
      </p:sp>
      <p:graphicFrame>
        <p:nvGraphicFramePr>
          <p:cNvPr id="803" name="Chart 802"/>
          <p:cNvGraphicFramePr>
            <a:graphicFrameLocks noGrp="1"/>
          </p:cNvGraphicFramePr>
          <p:nvPr/>
        </p:nvGraphicFramePr>
        <p:xfrm>
          <a:off x="623011" y="1473551"/>
          <a:ext cx="7489115" cy="4630069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804" name="Rectangle 80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TextBox 80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embedded_table.md · # Regional service snapshot · Source: synthetic test data. Units: requests and resolved requests, counts for Apr…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Google Shape;887;p7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Справочник · строки 1–4 из 4</a:t>
            </a:r>
          </a:p>
        </p:txBody>
      </p:sp>
      <p:graphicFrame>
        <p:nvGraphicFramePr>
          <p:cNvPr id="888" name="Table 887"/>
          <p:cNvGraphicFramePr>
            <a:graphicFrameLocks noGrp="1"/>
          </p:cNvGraphicFramePr>
          <p:nvPr/>
        </p:nvGraphicFramePr>
        <p:xfrm>
          <a:off x="623011" y="1473551"/>
          <a:ext cx="1114226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567"/>
                <a:gridCol w="2785567"/>
                <a:gridCol w="2785567"/>
                <a:gridCol w="2785568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period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actual_units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planned_units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note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Week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observed zero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Week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actual missing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Week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planned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Week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actual zero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89" name="Rectangle 888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TextBox 889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missing_zero.csv · 4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1/1; строки источника 2–5 из 4;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201 строк справочника сохранены в приложении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3653155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lang="ru-RU"/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3653154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400"/>
              <a:t xml:space="preserve">Полный справочник: 29 страниц в приложении после основных выводов; исходные значения сохранены.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b="1" i="0" lang="ru-RU" sz="1595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201</a:t>
            </a: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b="0" i="0" lang="ru-RU" sz="2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52" name="Rectangle 45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Всего 201 строк; полный постраничный показ — в приложении.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8" name="Google Shape;548;p57"/>
          <p:cNvSpPr txBox="1"/>
          <p:nvPr>
            <p:ph type="title"/>
          </p:nvPr>
        </p:nvSpPr>
        <p:spPr>
          <a:xfrm>
            <a:off x="677334" y="692150"/>
            <a:ext cx="10855854" cy="1003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200"/>
              <a:t xml:space="preserve">Выручка: +36000 USD между 2026-01 и 2026-06 (+30.00%)</a:t>
            </a:r>
          </a:p>
        </p:txBody>
      </p:sp>
      <p:graphicFrame>
        <p:nvGraphicFramePr>
          <p:cNvPr id="549" name="Chart 548"/>
          <p:cNvGraphicFramePr>
            <a:graphicFrameLocks noGrp="1"/>
          </p:cNvGraphicFramePr>
          <p:nvPr/>
        </p:nvGraphicFramePr>
        <p:xfrm>
          <a:off x="623011" y="1832396"/>
          <a:ext cx="11142269" cy="4271224"/>
        </p:xfrm>
        <a:graphic>
          <a:graphicData uri="http://schemas.openxmlformats.org/drawingml/2006/chart">
            <c:chart xmlns:c="http://schemas.openxmlformats.org/drawingml/2006/chart" r:id="rId209"/>
          </a:graphicData>
        </a:graphic>
      </p:graphicFrame>
      <p:sp>
        <p:nvSpPr>
          <p:cNvPr id="550" name="Rectangle 54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TextBox 55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time_series.xlsx · лист «Monthly revenue» · 6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8" name="Google Shape;428;p49"/>
          <p:cNvSpPr/>
          <p:nvPr/>
        </p:nvSpPr>
        <p:spPr>
          <a:xfrm>
            <a:off x="2908750" y="203548"/>
            <a:ext cx="6450904" cy="645090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9"/>
          <p:cNvSpPr/>
          <p:nvPr/>
        </p:nvSpPr>
        <p:spPr>
          <a:xfrm>
            <a:off x="4159250" y="1479550"/>
            <a:ext cx="3898900" cy="389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9"/>
          <p:cNvSpPr txBox="1"/>
          <p:nvPr>
            <p:ph type="title"/>
          </p:nvPr>
        </p:nvSpPr>
        <p:spPr>
          <a:xfrm>
            <a:off x="4308816" y="2622416"/>
            <a:ext cx="3574368" cy="1613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1600"/>
              <a:t xml:space="preserve">Синтетические данные чётко отделены от реальных результатов, чтобы выводы не принимались за рыночные показатели</a:t>
            </a:r>
          </a:p>
        </p:txBody>
      </p:sp>
      <p:sp>
        <p:nvSpPr>
          <p:cNvPr id="431" name="Google Shape;431;p49"/>
          <p:cNvSpPr/>
          <p:nvPr/>
        </p:nvSpPr>
        <p:spPr>
          <a:xfrm>
            <a:off x="45098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9"/>
          <p:cNvSpPr/>
          <p:nvPr/>
        </p:nvSpPr>
        <p:spPr>
          <a:xfrm>
            <a:off x="45098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75197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8112125" y="16707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Разделение наблюдений</a:t>
            </a:r>
          </a:p>
        </p:txBody>
      </p:sp>
      <p:sp>
        <p:nvSpPr>
          <p:cNvPr id="437" name="Google Shape;437;p49"/>
          <p:cNvSpPr txBox="1"/>
          <p:nvPr/>
        </p:nvSpPr>
        <p:spPr>
          <a:xfrm>
            <a:off x="1622916" y="16707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Учебный характер данных</a:t>
            </a:r>
          </a:p>
        </p:txBody>
      </p:sp>
      <p:sp>
        <p:nvSpPr>
          <p:cNvPr id="438" name="Google Shape;438;p49"/>
          <p:cNvSpPr txBox="1"/>
          <p:nvPr/>
        </p:nvSpPr>
        <p:spPr>
          <a:xfrm>
            <a:off x="1622916" y="43250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Сохранение контекста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490" name="Google Shape;490;p53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Готовые слайды по ключевым темам формируют фундамент для принятия обоснованных решений аудиторией</a:t>
            </a:r>
          </a:p>
        </p:txBody>
      </p:sp>
      <p:grpSp>
        <p:nvGrpSpPr>
          <p:cNvPr id="491" name="Google Shape;491;p53"/>
          <p:cNvGrpSpPr/>
          <p:nvPr/>
        </p:nvGrpSpPr>
        <p:grpSpPr>
          <a:xfrm>
            <a:off x="658812" y="2232530"/>
            <a:ext cx="10639191" cy="3299588"/>
            <a:chOff x="658812" y="2232530"/>
            <a:chExt cx="9830124" cy="3048668"/>
          </a:xfrm>
        </p:grpSpPr>
        <p:sp>
          <p:nvSpPr>
            <p:cNvPr id="492" name="Google Shape;492;p53"/>
            <p:cNvSpPr txBox="1"/>
            <p:nvPr/>
          </p:nvSpPr>
          <p:spPr>
            <a:xfrm>
              <a:off x="4000456" y="3260026"/>
              <a:ext cx="3147921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Итоги значимы для решения аудитории</a:t>
              </a:r>
            </a:p>
          </p:txBody>
        </p:sp>
        <p:sp>
          <p:nvSpPr>
            <p:cNvPr id="493" name="Google Shape;493;p53"/>
            <p:cNvSpPr txBox="1"/>
            <p:nvPr/>
          </p:nvSpPr>
          <p:spPr>
            <a:xfrm>
              <a:off x="7342101" y="3260026"/>
              <a:ext cx="3147921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Необходимы решения и следующие шаги</a:t>
              </a:r>
            </a:p>
          </p:txBody>
        </p:sp>
        <p:sp>
          <p:nvSpPr>
            <p:cNvPr id="495" name="Google Shape;495;p53"/>
            <p:cNvSpPr txBox="1"/>
            <p:nvPr/>
          </p:nvSpPr>
          <p:spPr>
            <a:xfrm>
              <a:off x="658812" y="3260026"/>
              <a:ext cx="3147921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Слайды по основным темам уже подготовлены</a:t>
              </a:r>
            </a:p>
          </p:txBody>
        </p:sp>
        <p:sp>
          <p:nvSpPr>
            <p:cNvPr id="496" name="Google Shape;496;p53"/>
            <p:cNvSpPr/>
            <p:nvPr/>
          </p:nvSpPr>
          <p:spPr>
            <a:xfrm>
              <a:off x="658813" y="2232530"/>
              <a:ext cx="1090083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1</a:t>
              </a:r>
            </a:p>
          </p:txBody>
        </p:sp>
        <p:sp>
          <p:nvSpPr>
            <p:cNvPr id="497" name="Google Shape;497;p53"/>
            <p:cNvSpPr/>
            <p:nvPr/>
          </p:nvSpPr>
          <p:spPr>
            <a:xfrm>
              <a:off x="4000458" y="2232530"/>
              <a:ext cx="1090083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2</a:t>
              </a:r>
            </a:p>
          </p:txBody>
        </p:sp>
        <p:sp>
          <p:nvSpPr>
            <p:cNvPr id="498" name="Google Shape;498;p53"/>
            <p:cNvSpPr/>
            <p:nvPr/>
          </p:nvSpPr>
          <p:spPr>
            <a:xfrm>
              <a:off x="7342102" y="2232530"/>
              <a:ext cx="1090083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412" name="Google Shape;412;p48"/>
          <p:cNvSpPr/>
          <p:nvPr/>
        </p:nvSpPr>
        <p:spPr>
          <a:xfrm>
            <a:off x="658813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8"/>
          <p:cNvSpPr/>
          <p:nvPr/>
        </p:nvSpPr>
        <p:spPr>
          <a:xfrm>
            <a:off x="1182274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8"/>
          <p:cNvSpPr/>
          <p:nvPr/>
        </p:nvSpPr>
        <p:spPr>
          <a:xfrm>
            <a:off x="1705735" y="5548708"/>
            <a:ext cx="189326" cy="18932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8"/>
          <p:cNvSpPr/>
          <p:nvPr/>
        </p:nvSpPr>
        <p:spPr>
          <a:xfrm>
            <a:off x="2229196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8"/>
          <p:cNvSpPr/>
          <p:nvPr/>
        </p:nvSpPr>
        <p:spPr>
          <a:xfrm>
            <a:off x="2752657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8"/>
          <p:cNvSpPr txBox="1"/>
          <p:nvPr>
            <p:ph type="title"/>
          </p:nvPr>
        </p:nvSpPr>
        <p:spPr>
          <a:xfrm>
            <a:off x="622628" y="692150"/>
            <a:ext cx="4666064" cy="1772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</a:pPr>
            <a:r>
              <a:rPr lang="ru-RU" sz="2000"/>
              <a:t xml:space="preserve">Используйте готовые слайды и чёткое разделение фактов и интерпретаций для принятия решений</a:t>
            </a:r>
          </a:p>
        </p:txBody>
      </p:sp>
      <p:grpSp>
        <p:nvGrpSpPr>
          <p:cNvPr id="418" name="Google Shape;418;p48"/>
          <p:cNvGrpSpPr/>
          <p:nvPr/>
        </p:nvGrpSpPr>
        <p:grpSpPr>
          <a:xfrm>
            <a:off x="658813" y="6058473"/>
            <a:ext cx="1716087" cy="142302"/>
            <a:chOff x="658813" y="5548708"/>
            <a:chExt cx="2283170" cy="189326"/>
          </a:xfrm>
        </p:grpSpPr>
        <p:sp>
          <p:nvSpPr>
            <p:cNvPr id="419" name="Google Shape;419;p48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8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8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8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8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1–7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1/29; строки источника 2–8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8–14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009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2/29; строки источника 9–15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Google Shape;887;p7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15–21 из 201</a:t>
            </a:r>
          </a:p>
        </p:txBody>
      </p:sp>
      <p:sp>
        <p:nvSpPr>
          <p:cNvPr id="888" name="Google Shape;888;p70"/>
          <p:cNvSpPr txBox="1"/>
          <p:nvPr>
            <p:ph idx="4294967295" type="body"/>
          </p:nvPr>
        </p:nvSpPr>
        <p:spPr>
          <a:xfrm>
            <a:off x="677863" y="1676083"/>
            <a:ext cx="445452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 xml:space="preserve">Справочная таблица: строки 15–21 из 201; страница 3 из 29.</a:t>
            </a:r>
          </a:p>
        </p:txBody>
      </p:sp>
      <p:graphicFrame>
        <p:nvGraphicFramePr>
          <p:cNvPr id="889" name="Table 888"/>
          <p:cNvGraphicFramePr>
            <a:graphicFrameLocks noGrp="1"/>
          </p:cNvGraphicFramePr>
          <p:nvPr/>
        </p:nvGraphicFramePr>
        <p:xfrm>
          <a:off x="5132388" y="1473551"/>
          <a:ext cx="66328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6446"/>
                <a:gridCol w="33164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0" name="Rectangle 88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TextBox 89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3/29; строки источника 16–22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22–28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4/29; строки источника 23–29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29–35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5/29; строки источника 30–36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Google Shape;887;p7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36–42 из 201</a:t>
            </a:r>
          </a:p>
        </p:txBody>
      </p:sp>
      <p:sp>
        <p:nvSpPr>
          <p:cNvPr id="888" name="Google Shape;888;p70"/>
          <p:cNvSpPr txBox="1"/>
          <p:nvPr>
            <p:ph idx="4294967295" type="body"/>
          </p:nvPr>
        </p:nvSpPr>
        <p:spPr>
          <a:xfrm>
            <a:off x="677863" y="1676083"/>
            <a:ext cx="445452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 xml:space="preserve">Справочная таблица: строки 36–42 из 201; страница 6 из 29.</a:t>
            </a:r>
          </a:p>
        </p:txBody>
      </p:sp>
      <p:graphicFrame>
        <p:nvGraphicFramePr>
          <p:cNvPr id="889" name="Table 888"/>
          <p:cNvGraphicFramePr>
            <a:graphicFrameLocks noGrp="1"/>
          </p:cNvGraphicFramePr>
          <p:nvPr/>
        </p:nvGraphicFramePr>
        <p:xfrm>
          <a:off x="5132388" y="1473551"/>
          <a:ext cx="66328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6446"/>
                <a:gridCol w="33164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039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0" name="Rectangle 88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TextBox 89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6/29; строки источника 37–43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43–49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7/29; строки источника 44–50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50–56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8/29; строки источника 51–57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Google Shape;887;p7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57–63 из 201</a:t>
            </a:r>
          </a:p>
        </p:txBody>
      </p:sp>
      <p:sp>
        <p:nvSpPr>
          <p:cNvPr id="888" name="Google Shape;888;p70"/>
          <p:cNvSpPr txBox="1"/>
          <p:nvPr>
            <p:ph idx="4294967295" type="body"/>
          </p:nvPr>
        </p:nvSpPr>
        <p:spPr>
          <a:xfrm>
            <a:off x="677863" y="1676083"/>
            <a:ext cx="445452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 xml:space="preserve">Справочная таблица: строки 57–63 из 201; страница 9 из 29.</a:t>
            </a:r>
          </a:p>
        </p:txBody>
      </p:sp>
      <p:graphicFrame>
        <p:nvGraphicFramePr>
          <p:cNvPr id="889" name="Table 888"/>
          <p:cNvGraphicFramePr>
            <a:graphicFrameLocks noGrp="1"/>
          </p:cNvGraphicFramePr>
          <p:nvPr/>
        </p:nvGraphicFramePr>
        <p:xfrm>
          <a:off x="5132388" y="1473551"/>
          <a:ext cx="66328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6446"/>
                <a:gridCol w="33164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0" name="Rectangle 88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TextBox 89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9/29; строки источника 58–64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64–70 из 201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REF-069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069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10/29; строки источника 65–71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71–77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11/29; строки источника 72–78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78–84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079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12/29; строки источника 79–85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85–91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13/29; строки источника 86–92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92–98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14/29; строки источника 93–99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99–105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15/29; строки источника 100–106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106–112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109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16/29; строки источника 107–113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113–119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17/29; строки источника 114–120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120–126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18/29; строки источника 121–127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127–133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19/29; строки источника 128–134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134–140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139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20/29; строки источника 135–141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141–147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21/29; строки источника 142–148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148–154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REF-149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149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22/29; строки источника 149–155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155–161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23/29; строки источника 156–162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162–168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24/29; строки источника 163–169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169–175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25/29; строки источника 170–176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176–182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179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26/29; строки источника 177–183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183–189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27/29; строки источника 184–190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190–196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28/29; строки источника 191–197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900" name="Google Shape;900;p72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197–201 из 201</a:t>
            </a:r>
          </a:p>
        </p:txBody>
      </p:sp>
      <p:graphicFrame>
        <p:nvGraphicFramePr>
          <p:cNvPr id="901" name="Table 900"/>
          <p:cNvGraphicFramePr>
            <a:graphicFrameLocks noGrp="1"/>
          </p:cNvGraphicFramePr>
          <p:nvPr/>
        </p:nvGraphicFramePr>
        <p:xfrm>
          <a:off x="623011" y="1473551"/>
          <a:ext cx="1114226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reference_id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label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REF-200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200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Reference item 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2" name="Rectangle 9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TextBox 9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 · 201 исходных строк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страница 29/29; строки источника 198–202 из 201; пропуски показаны как в источнике.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