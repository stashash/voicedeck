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FF3885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1E2D3E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 процесс работы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понимать, что мы работаем с учебным материалом, а не с реальными бизнес-метриками.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действию: обсудите, какие решения нужно принять на основе представленных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chart" Target="../charts/chart3.xml"/><Relationship Id="rId9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5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4.png"/><Relationship Id="rId17" Type="http://schemas.openxmlformats.org/officeDocument/2006/relationships/image" Target="../media/image33.png"/><Relationship Id="rId18" Type="http://schemas.openxmlformats.org/officeDocument/2006/relationships/image" Target="../media/image37.png"/><Relationship Id="rId19" Type="http://schemas.openxmlformats.org/officeDocument/2006/relationships/image" Target="../media/image36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9.png"/><Relationship Id="rId31" Type="http://schemas.openxmlformats.org/officeDocument/2006/relationships/image" Target="../media/image48.png"/><Relationship Id="rId32" Type="http://schemas.openxmlformats.org/officeDocument/2006/relationships/image" Target="../media/image50.png"/><Relationship Id="rId33" Type="http://schemas.openxmlformats.org/officeDocument/2006/relationships/image" Target="../media/image53.png"/><Relationship Id="rId34" Type="http://schemas.openxmlformats.org/officeDocument/2006/relationships/image" Target="../media/image52.png"/><Relationship Id="rId35" Type="http://schemas.openxmlformats.org/officeDocument/2006/relationships/image" Target="../media/image51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Relationship Id="rId42" Type="http://schemas.openxmlformats.org/officeDocument/2006/relationships/image" Target="../media/image60.png"/><Relationship Id="rId43" Type="http://schemas.openxmlformats.org/officeDocument/2006/relationships/image" Target="../media/image61.png"/><Relationship Id="rId44" Type="http://schemas.openxmlformats.org/officeDocument/2006/relationships/image" Target="../media/image62.png"/><Relationship Id="rId45" Type="http://schemas.openxmlformats.org/officeDocument/2006/relationships/image" Target="../media/image63.png"/><Relationship Id="rId46" Type="http://schemas.openxmlformats.org/officeDocument/2006/relationships/image" Target="../media/image64.png"/><Relationship Id="rId47" Type="http://schemas.openxmlformats.org/officeDocument/2006/relationships/image" Target="../media/image65.png"/><Relationship Id="rId48" Type="http://schemas.openxmlformats.org/officeDocument/2006/relationships/image" Target="../media/image66.png"/><Relationship Id="rId49" Type="http://schemas.openxmlformats.org/officeDocument/2006/relationships/image" Target="../media/image67.png"/><Relationship Id="rId50" Type="http://schemas.openxmlformats.org/officeDocument/2006/relationships/image" Target="../media/image6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71.png"/><Relationship Id="rId54" Type="http://schemas.openxmlformats.org/officeDocument/2006/relationships/image" Target="../media/image72.png"/><Relationship Id="rId55" Type="http://schemas.openxmlformats.org/officeDocument/2006/relationships/image" Target="../media/image73.png"/><Relationship Id="rId56" Type="http://schemas.openxmlformats.org/officeDocument/2006/relationships/image" Target="../media/image74.png"/><Relationship Id="rId57" Type="http://schemas.openxmlformats.org/officeDocument/2006/relationships/image" Target="../media/image75.png"/><Relationship Id="rId58" Type="http://schemas.openxmlformats.org/officeDocument/2006/relationships/image" Target="../media/image76.png"/><Relationship Id="rId59" Type="http://schemas.openxmlformats.org/officeDocument/2006/relationships/image" Target="../media/image77.png"/><Relationship Id="rId60" Type="http://schemas.openxmlformats.org/officeDocument/2006/relationships/image" Target="../media/image79.png"/><Relationship Id="rId61" Type="http://schemas.openxmlformats.org/officeDocument/2006/relationships/image" Target="../media/image78.png"/><Relationship Id="rId62" Type="http://schemas.openxmlformats.org/officeDocument/2006/relationships/image" Target="../media/image80.png"/><Relationship Id="rId63" Type="http://schemas.openxmlformats.org/officeDocument/2006/relationships/image" Target="../media/image82.png"/><Relationship Id="rId64" Type="http://schemas.openxmlformats.org/officeDocument/2006/relationships/image" Target="../media/image81.png"/><Relationship Id="rId65" Type="http://schemas.openxmlformats.org/officeDocument/2006/relationships/image" Target="../media/image83.png"/><Relationship Id="rId66" Type="http://schemas.openxmlformats.org/officeDocument/2006/relationships/image" Target="../media/image84.png"/><Relationship Id="rId67" Type="http://schemas.openxmlformats.org/officeDocument/2006/relationships/image" Target="../media/image85.png"/><Relationship Id="rId68" Type="http://schemas.openxmlformats.org/officeDocument/2006/relationships/image" Target="../media/image86.png"/><Relationship Id="rId69" Type="http://schemas.openxmlformats.org/officeDocument/2006/relationships/image" Target="../media/image87.png"/><Relationship Id="rId70" Type="http://schemas.openxmlformats.org/officeDocument/2006/relationships/image" Target="../media/image88.png"/><Relationship Id="rId71" Type="http://schemas.openxmlformats.org/officeDocument/2006/relationships/image" Target="../media/image89.png"/><Relationship Id="rId72" Type="http://schemas.openxmlformats.org/officeDocument/2006/relationships/image" Target="../media/image90.png"/><Relationship Id="rId73" Type="http://schemas.openxmlformats.org/officeDocument/2006/relationships/image" Target="../media/image91.png"/><Relationship Id="rId74" Type="http://schemas.openxmlformats.org/officeDocument/2006/relationships/image" Target="../media/image92.png"/><Relationship Id="rId75" Type="http://schemas.openxmlformats.org/officeDocument/2006/relationships/image" Target="../media/image93.png"/><Relationship Id="rId76" Type="http://schemas.openxmlformats.org/officeDocument/2006/relationships/image" Target="../media/image94.png"/><Relationship Id="rId77" Type="http://schemas.openxmlformats.org/officeDocument/2006/relationships/image" Target="../media/image95.png"/><Relationship Id="rId78" Type="http://schemas.openxmlformats.org/officeDocument/2006/relationships/image" Target="../media/image96.png"/><Relationship Id="rId79" Type="http://schemas.openxmlformats.org/officeDocument/2006/relationships/image" Target="../media/image97.png"/><Relationship Id="rId80" Type="http://schemas.openxmlformats.org/officeDocument/2006/relationships/image" Target="../media/image98.png"/><Relationship Id="rId81" Type="http://schemas.openxmlformats.org/officeDocument/2006/relationships/image" Target="../media/image100.png"/><Relationship Id="rId82" Type="http://schemas.openxmlformats.org/officeDocument/2006/relationships/image" Target="../media/image99.png"/><Relationship Id="rId83" Type="http://schemas.openxmlformats.org/officeDocument/2006/relationships/image" Target="../media/image101.png"/><Relationship Id="rId84" Type="http://schemas.openxmlformats.org/officeDocument/2006/relationships/image" Target="../media/image103.png"/><Relationship Id="rId85" Type="http://schemas.openxmlformats.org/officeDocument/2006/relationships/image" Target="../media/image102.png"/><Relationship Id="rId86" Type="http://schemas.openxmlformats.org/officeDocument/2006/relationships/image" Target="../media/image104.png"/><Relationship Id="rId87" Type="http://schemas.openxmlformats.org/officeDocument/2006/relationships/image" Target="../media/image105.png"/><Relationship Id="rId88" Type="http://schemas.openxmlformats.org/officeDocument/2006/relationships/image" Target="../media/image106.png"/><Relationship Id="rId89" Type="http://schemas.openxmlformats.org/officeDocument/2006/relationships/image" Target="../media/image107.png"/><Relationship Id="rId90" Type="http://schemas.openxmlformats.org/officeDocument/2006/relationships/image" Target="../media/image108.png"/><Relationship Id="rId91" Type="http://schemas.openxmlformats.org/officeDocument/2006/relationships/image" Target="../media/image109.png"/><Relationship Id="rId92" Type="http://schemas.openxmlformats.org/officeDocument/2006/relationships/image" Target="../media/image110.png"/><Relationship Id="rId93" Type="http://schemas.openxmlformats.org/officeDocument/2006/relationships/image" Target="../media/image111.png"/><Relationship Id="rId94" Type="http://schemas.openxmlformats.org/officeDocument/2006/relationships/image" Target="../media/image113.png"/><Relationship Id="rId95" Type="http://schemas.openxmlformats.org/officeDocument/2006/relationships/image" Target="../media/image112.png"/><Relationship Id="rId96" Type="http://schemas.openxmlformats.org/officeDocument/2006/relationships/image" Target="../media/image114.png"/><Relationship Id="rId97" Type="http://schemas.openxmlformats.org/officeDocument/2006/relationships/image" Target="../media/image115.png"/><Relationship Id="rId98" Type="http://schemas.openxmlformats.org/officeDocument/2006/relationships/image" Target="../media/image116.png"/><Relationship Id="rId99" Type="http://schemas.openxmlformats.org/officeDocument/2006/relationships/image" Target="../media/image117.png"/><Relationship Id="rId100" Type="http://schemas.openxmlformats.org/officeDocument/2006/relationships/image" Target="../media/image118.png"/><Relationship Id="rId101" Type="http://schemas.openxmlformats.org/officeDocument/2006/relationships/image" Target="../media/image121.png"/><Relationship Id="rId102" Type="http://schemas.openxmlformats.org/officeDocument/2006/relationships/image" Target="../media/image119.png"/><Relationship Id="rId103" Type="http://schemas.openxmlformats.org/officeDocument/2006/relationships/image" Target="../media/image125.png"/><Relationship Id="rId104" Type="http://schemas.openxmlformats.org/officeDocument/2006/relationships/image" Target="../media/image122.png"/><Relationship Id="rId105" Type="http://schemas.openxmlformats.org/officeDocument/2006/relationships/image" Target="../media/image120.png"/><Relationship Id="rId106" Type="http://schemas.openxmlformats.org/officeDocument/2006/relationships/image" Target="../media/image123.png"/><Relationship Id="rId107" Type="http://schemas.openxmlformats.org/officeDocument/2006/relationships/image" Target="../media/image124.png"/><Relationship Id="rId108" Type="http://schemas.openxmlformats.org/officeDocument/2006/relationships/image" Target="../media/image126.png"/><Relationship Id="rId109" Type="http://schemas.openxmlformats.org/officeDocument/2006/relationships/image" Target="../media/image128.png"/><Relationship Id="rId110" Type="http://schemas.openxmlformats.org/officeDocument/2006/relationships/image" Target="../media/image127.png"/><Relationship Id="rId111" Type="http://schemas.openxmlformats.org/officeDocument/2006/relationships/image" Target="../media/image130.png"/><Relationship Id="rId112" Type="http://schemas.openxmlformats.org/officeDocument/2006/relationships/image" Target="../media/image131.png"/><Relationship Id="rId113" Type="http://schemas.openxmlformats.org/officeDocument/2006/relationships/image" Target="../media/image129.png"/><Relationship Id="rId114" Type="http://schemas.openxmlformats.org/officeDocument/2006/relationships/image" Target="../media/image134.png"/><Relationship Id="rId115" Type="http://schemas.openxmlformats.org/officeDocument/2006/relationships/image" Target="../media/image133.png"/><Relationship Id="rId116" Type="http://schemas.openxmlformats.org/officeDocument/2006/relationships/image" Target="../media/image135.png"/><Relationship Id="rId117" Type="http://schemas.openxmlformats.org/officeDocument/2006/relationships/image" Target="../media/image132.png"/><Relationship Id="rId118" Type="http://schemas.openxmlformats.org/officeDocument/2006/relationships/image" Target="../media/image136.png"/><Relationship Id="rId119" Type="http://schemas.openxmlformats.org/officeDocument/2006/relationships/image" Target="../media/image138.png"/><Relationship Id="rId120" Type="http://schemas.openxmlformats.org/officeDocument/2006/relationships/image" Target="../media/image137.png"/><Relationship Id="rId121" Type="http://schemas.openxmlformats.org/officeDocument/2006/relationships/image" Target="../media/image139.png"/><Relationship Id="rId122" Type="http://schemas.openxmlformats.org/officeDocument/2006/relationships/image" Target="../media/image140.png"/><Relationship Id="rId123" Type="http://schemas.openxmlformats.org/officeDocument/2006/relationships/image" Target="../media/image141.png"/><Relationship Id="rId124" Type="http://schemas.openxmlformats.org/officeDocument/2006/relationships/image" Target="../media/image143.png"/><Relationship Id="rId125" Type="http://schemas.openxmlformats.org/officeDocument/2006/relationships/image" Target="../media/image142.png"/><Relationship Id="rId126" Type="http://schemas.openxmlformats.org/officeDocument/2006/relationships/image" Target="../media/image144.png"/><Relationship Id="rId127" Type="http://schemas.openxmlformats.org/officeDocument/2006/relationships/image" Target="../media/image145.png"/><Relationship Id="rId128" Type="http://schemas.openxmlformats.org/officeDocument/2006/relationships/image" Target="../media/image147.png"/><Relationship Id="rId129" Type="http://schemas.openxmlformats.org/officeDocument/2006/relationships/image" Target="../media/image146.png"/><Relationship Id="rId130" Type="http://schemas.openxmlformats.org/officeDocument/2006/relationships/image" Target="../media/image148.png"/><Relationship Id="rId131" Type="http://schemas.openxmlformats.org/officeDocument/2006/relationships/image" Target="../media/image149.png"/><Relationship Id="rId132" Type="http://schemas.openxmlformats.org/officeDocument/2006/relationships/image" Target="../media/image150.png"/><Relationship Id="rId133" Type="http://schemas.openxmlformats.org/officeDocument/2006/relationships/image" Target="../media/image151.png"/><Relationship Id="rId134" Type="http://schemas.openxmlformats.org/officeDocument/2006/relationships/image" Target="../media/image152.png"/><Relationship Id="rId135" Type="http://schemas.openxmlformats.org/officeDocument/2006/relationships/image" Target="../media/image153.png"/><Relationship Id="rId136" Type="http://schemas.openxmlformats.org/officeDocument/2006/relationships/image" Target="../media/image154.png"/><Relationship Id="rId137" Type="http://schemas.openxmlformats.org/officeDocument/2006/relationships/image" Target="../media/image155.png"/><Relationship Id="rId138" Type="http://schemas.openxmlformats.org/officeDocument/2006/relationships/image" Target="../media/image156.png"/><Relationship Id="rId139" Type="http://schemas.openxmlformats.org/officeDocument/2006/relationships/image" Target="../media/image157.png"/><Relationship Id="rId140" Type="http://schemas.openxmlformats.org/officeDocument/2006/relationships/image" Target="../media/image159.png"/><Relationship Id="rId141" Type="http://schemas.openxmlformats.org/officeDocument/2006/relationships/image" Target="../media/image158.png"/><Relationship Id="rId142" Type="http://schemas.openxmlformats.org/officeDocument/2006/relationships/image" Target="../media/image160.png"/><Relationship Id="rId143" Type="http://schemas.openxmlformats.org/officeDocument/2006/relationships/image" Target="../media/image161.png"/><Relationship Id="rId144" Type="http://schemas.openxmlformats.org/officeDocument/2006/relationships/image" Target="../media/image163.png"/><Relationship Id="rId145" Type="http://schemas.openxmlformats.org/officeDocument/2006/relationships/image" Target="../media/image162.png"/><Relationship Id="rId146" Type="http://schemas.openxmlformats.org/officeDocument/2006/relationships/image" Target="../media/image164.png"/><Relationship Id="rId147" Type="http://schemas.openxmlformats.org/officeDocument/2006/relationships/image" Target="../media/image165.png"/><Relationship Id="rId148" Type="http://schemas.openxmlformats.org/officeDocument/2006/relationships/image" Target="../media/image166.png"/><Relationship Id="rId149" Type="http://schemas.openxmlformats.org/officeDocument/2006/relationships/image" Target="../media/image167.png"/><Relationship Id="rId150" Type="http://schemas.openxmlformats.org/officeDocument/2006/relationships/image" Target="../media/image168.png"/><Relationship Id="rId151" Type="http://schemas.openxmlformats.org/officeDocument/2006/relationships/image" Target="../media/image169.png"/><Relationship Id="rId152" Type="http://schemas.openxmlformats.org/officeDocument/2006/relationships/image" Target="../media/image171.png"/><Relationship Id="rId153" Type="http://schemas.openxmlformats.org/officeDocument/2006/relationships/image" Target="../media/image170.png"/><Relationship Id="rId154" Type="http://schemas.openxmlformats.org/officeDocument/2006/relationships/image" Target="../media/image172.png"/><Relationship Id="rId155" Type="http://schemas.openxmlformats.org/officeDocument/2006/relationships/image" Target="../media/image173.png"/><Relationship Id="rId156" Type="http://schemas.openxmlformats.org/officeDocument/2006/relationships/image" Target="../media/image174.png"/><Relationship Id="rId157" Type="http://schemas.openxmlformats.org/officeDocument/2006/relationships/image" Target="../media/image175.png"/><Relationship Id="rId158" Type="http://schemas.openxmlformats.org/officeDocument/2006/relationships/image" Target="../media/image176.png"/><Relationship Id="rId159" Type="http://schemas.openxmlformats.org/officeDocument/2006/relationships/image" Target="../media/image177.png"/><Relationship Id="rId160" Type="http://schemas.openxmlformats.org/officeDocument/2006/relationships/image" Target="../media/image178.png"/><Relationship Id="rId161" Type="http://schemas.openxmlformats.org/officeDocument/2006/relationships/image" Target="../media/image179.png"/><Relationship Id="rId162" Type="http://schemas.openxmlformats.org/officeDocument/2006/relationships/image" Target="../media/image180.png"/><Relationship Id="rId163" Type="http://schemas.openxmlformats.org/officeDocument/2006/relationships/image" Target="../media/image181.png"/><Relationship Id="rId164" Type="http://schemas.openxmlformats.org/officeDocument/2006/relationships/image" Target="../media/image182.png"/><Relationship Id="rId165" Type="http://schemas.openxmlformats.org/officeDocument/2006/relationships/image" Target="../media/image183.png"/><Relationship Id="rId166" Type="http://schemas.openxmlformats.org/officeDocument/2006/relationships/image" Target="../media/image184.png"/><Relationship Id="rId167" Type="http://schemas.openxmlformats.org/officeDocument/2006/relationships/image" Target="../media/image186.png"/><Relationship Id="rId168" Type="http://schemas.openxmlformats.org/officeDocument/2006/relationships/image" Target="../media/image185.png"/><Relationship Id="rId169" Type="http://schemas.openxmlformats.org/officeDocument/2006/relationships/image" Target="../media/image187.png"/><Relationship Id="rId170" Type="http://schemas.openxmlformats.org/officeDocument/2006/relationships/image" Target="../media/image188.png"/><Relationship Id="rId171" Type="http://schemas.openxmlformats.org/officeDocument/2006/relationships/image" Target="../media/image189.png"/><Relationship Id="rId172" Type="http://schemas.openxmlformats.org/officeDocument/2006/relationships/image" Target="../media/image191.png"/><Relationship Id="rId173" Type="http://schemas.openxmlformats.org/officeDocument/2006/relationships/image" Target="../media/image190.png"/><Relationship Id="rId174" Type="http://schemas.openxmlformats.org/officeDocument/2006/relationships/image" Target="../media/image192.png"/><Relationship Id="rId175" Type="http://schemas.openxmlformats.org/officeDocument/2006/relationships/image" Target="../media/image194.png"/><Relationship Id="rId176" Type="http://schemas.openxmlformats.org/officeDocument/2006/relationships/image" Target="../media/image193.png"/><Relationship Id="rId177" Type="http://schemas.openxmlformats.org/officeDocument/2006/relationships/image" Target="../media/image195.png"/><Relationship Id="rId178" Type="http://schemas.openxmlformats.org/officeDocument/2006/relationships/image" Target="../media/image196.png"/><Relationship Id="rId179" Type="http://schemas.openxmlformats.org/officeDocument/2006/relationships/image" Target="../media/image197.png"/><Relationship Id="rId180" Type="http://schemas.openxmlformats.org/officeDocument/2006/relationships/image" Target="../media/image198.png"/><Relationship Id="rId181" Type="http://schemas.openxmlformats.org/officeDocument/2006/relationships/image" Target="../media/image199.png"/><Relationship Id="rId182" Type="http://schemas.openxmlformats.org/officeDocument/2006/relationships/image" Target="../media/image200.png"/><Relationship Id="rId183" Type="http://schemas.openxmlformats.org/officeDocument/2006/relationships/image" Target="../media/image201.png"/><Relationship Id="rId184" Type="http://schemas.openxmlformats.org/officeDocument/2006/relationships/image" Target="../media/image202.png"/><Relationship Id="rId185" Type="http://schemas.openxmlformats.org/officeDocument/2006/relationships/image" Target="../media/image204.png"/><Relationship Id="rId186" Type="http://schemas.openxmlformats.org/officeDocument/2006/relationships/image" Target="../media/image203.png"/><Relationship Id="rId187" Type="http://schemas.openxmlformats.org/officeDocument/2006/relationships/image" Target="../media/image205.png"/><Relationship Id="rId188" Type="http://schemas.openxmlformats.org/officeDocument/2006/relationships/image" Target="../media/image207.png"/><Relationship Id="rId189" Type="http://schemas.openxmlformats.org/officeDocument/2006/relationships/image" Target="../media/image206.png"/><Relationship Id="rId190" Type="http://schemas.openxmlformats.org/officeDocument/2006/relationships/image" Target="../media/image208.png"/><Relationship Id="rId191" Type="http://schemas.openxmlformats.org/officeDocument/2006/relationships/image" Target="../media/image209.png"/><Relationship Id="rId192" Type="http://schemas.openxmlformats.org/officeDocument/2006/relationships/image" Target="../media/image210.png"/><Relationship Id="rId193" Type="http://schemas.openxmlformats.org/officeDocument/2006/relationships/image" Target="../media/image211.png"/><Relationship Id="rId194" Type="http://schemas.openxmlformats.org/officeDocument/2006/relationships/image" Target="../media/image213.png"/><Relationship Id="rId195" Type="http://schemas.openxmlformats.org/officeDocument/2006/relationships/image" Target="../media/image212.png"/><Relationship Id="rId196" Type="http://schemas.openxmlformats.org/officeDocument/2006/relationships/image" Target="../media/image214.png"/><Relationship Id="rId197" Type="http://schemas.openxmlformats.org/officeDocument/2006/relationships/image" Target="../media/image216.png"/><Relationship Id="rId198" Type="http://schemas.openxmlformats.org/officeDocument/2006/relationships/image" Target="../media/image215.png"/><Relationship Id="rId199" Type="http://schemas.openxmlformats.org/officeDocument/2006/relationships/image" Target="../media/image218.png"/><Relationship Id="rId200" Type="http://schemas.openxmlformats.org/officeDocument/2006/relationships/image" Target="../media/image217.png"/><Relationship Id="rId201" Type="http://schemas.openxmlformats.org/officeDocument/2006/relationships/image" Target="../media/image219.png"/><Relationship Id="rId202" Type="http://schemas.openxmlformats.org/officeDocument/2006/relationships/image" Target="../media/image220.png"/><Relationship Id="rId203" Type="http://schemas.openxmlformats.org/officeDocument/2006/relationships/image" Target="../media/image221.png"/><Relationship Id="rId204" Type="http://schemas.openxmlformats.org/officeDocument/2006/relationships/image" Target="../media/image222.png"/><Relationship Id="rId205" Type="http://schemas.openxmlformats.org/officeDocument/2006/relationships/image" Target="../media/image223.png"/><Relationship Id="rId206" Type="http://schemas.openxmlformats.org/officeDocument/2006/relationships/image" Target="../media/image224.png"/><Relationship Id="rId207" Type="http://schemas.openxmlformats.org/officeDocument/2006/relationships/image" Target="../media/image225.png"/><Relationship Id="rId208" Type="http://schemas.openxmlformats.org/officeDocument/2006/relationships/image" Target="../media/image226.png"/><Relationship Id="rId209" Type="http://schemas.openxmlformats.org/officeDocument/2006/relationships/chart" Target="../charts/chart5.xml"/><Relationship Id="rId210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Синтетические данные превращаются в готовые слайды с чётким разделением наблюдений и интерпретаций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Данные являются синтетическими и учебными.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600">
                <a:solidFill>
                  <a:schemeClr val="dk2"/>
                </a:solidFill>
              </a:rPr>
              <a:t xml:space="preserve">Лиды (факт): максимум 240 — «Поиск»</a:t>
            </a: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8" name="Rectangle 27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Обращения: «Решено» — 62.00% показанной суммы</a:t>
            </a:r>
          </a:p>
        </p:txBody>
      </p:sp>
      <p:graphicFrame>
        <p:nvGraphicFramePr>
          <p:cNvPr id="284" name="Chart 283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5" name="Rectangle 28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25 полных наблюдений Значение: минимум 18, максимум 95; все наблюдения, включая выбросы, сохранены.</a:t>
            </a:r>
          </a:p>
        </p:txBody>
      </p:sp>
      <p:graphicFrame>
        <p:nvGraphicFramePr>
          <p:cNvPr id="768" name="Chart 767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69" name="Rectangle 76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Среди 3 полных наблюдений по полю «Запросы» максимальное значение 120: «Север».</a:t>
            </a:r>
          </a:p>
        </p:txBody>
      </p:sp>
      <p:graphicFrame>
        <p:nvGraphicFramePr>
          <p:cNvPr id="803" name="Chart 802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04" name="Rectangle 80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Ноль — значение, пропуск — отсутствие данных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Показаны все 4 строки. Пустые ячейки не заменены нулями.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23"/>
                <a:gridCol w="1658223"/>
                <a:gridCol w="1658223"/>
                <a:gridCol w="1658223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Фрагмент таблицы · 7 из 201 строк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8" name="Google Shape;548;p57"/>
          <p:cNvSpPr txBox="1"/>
          <p:nvPr>
            <p:ph type="title"/>
          </p:nvPr>
        </p:nvSpPr>
        <p:spPr>
          <a:xfrm>
            <a:off x="677334" y="692150"/>
            <a:ext cx="10855854" cy="100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Выручка: +36000 USD между 2026-01 и 2026-06 (+30.00%)</a:t>
            </a:r>
          </a:p>
        </p:txBody>
      </p:sp>
      <p:graphicFrame>
        <p:nvGraphicFramePr>
          <p:cNvPr id="549" name="Chart 548"/>
          <p:cNvGraphicFramePr>
            <a:graphicFrameLocks noGrp="1"/>
          </p:cNvGraphicFramePr>
          <p:nvPr/>
        </p:nvGraphicFramePr>
        <p:xfrm>
          <a:off x="623011" y="1832396"/>
          <a:ext cx="11142269" cy="4271224"/>
        </p:xfrm>
        <a:graphic>
          <a:graphicData uri="http://schemas.openxmlformats.org/drawingml/2006/chart">
            <c:chart xmlns:c="http://schemas.openxmlformats.org/drawingml/2006/chart" r:id="rId209"/>
          </a:graphicData>
        </a:graphic>
      </p:graphicFrame>
      <p:sp>
        <p:nvSpPr>
          <p:cNvPr id="550" name="Rectangle 54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8" name="Google Shape;428;p49"/>
          <p:cNvSpPr/>
          <p:nvPr/>
        </p:nvSpPr>
        <p:spPr>
          <a:xfrm>
            <a:off x="2908750" y="203548"/>
            <a:ext cx="6450904" cy="6450904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9"/>
          <p:cNvSpPr/>
          <p:nvPr/>
        </p:nvSpPr>
        <p:spPr>
          <a:xfrm>
            <a:off x="4159250" y="1479550"/>
            <a:ext cx="3898900" cy="3898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4308816" y="2622416"/>
            <a:ext cx="3574368" cy="1613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1600"/>
              <a:t xml:space="preserve">Синтетические данные чётко отделены от реальных результатов, чтобы выводы не принимались за рыночные показатели</a:t>
            </a:r>
          </a:p>
        </p:txBody>
      </p:sp>
      <p:sp>
        <p:nvSpPr>
          <p:cNvPr id="431" name="Google Shape;431;p49"/>
          <p:cNvSpPr/>
          <p:nvPr/>
        </p:nvSpPr>
        <p:spPr>
          <a:xfrm>
            <a:off x="45098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4509864" y="45783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7519764" y="2114550"/>
            <a:ext cx="172132" cy="172132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8112125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Разделение наблюдений</a:t>
            </a:r>
          </a:p>
        </p:txBody>
      </p:sp>
      <p:sp>
        <p:nvSpPr>
          <p:cNvPr id="437" name="Google Shape;437;p49"/>
          <p:cNvSpPr txBox="1"/>
          <p:nvPr/>
        </p:nvSpPr>
        <p:spPr>
          <a:xfrm>
            <a:off x="1622916" y="16707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Учебный характер данных</a:t>
            </a:r>
          </a:p>
        </p:txBody>
      </p:sp>
      <p:sp>
        <p:nvSpPr>
          <p:cNvPr id="438" name="Google Shape;438;p49"/>
          <p:cNvSpPr txBox="1"/>
          <p:nvPr/>
        </p:nvSpPr>
        <p:spPr>
          <a:xfrm>
            <a:off x="1622916" y="4325071"/>
            <a:ext cx="2495059" cy="1059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Сохранение контекста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412" name="Google Shape;412;p48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8"/>
          <p:cNvSpPr/>
          <p:nvPr/>
        </p:nvSpPr>
        <p:spPr>
          <a:xfrm>
            <a:off x="1182274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8"/>
          <p:cNvSpPr/>
          <p:nvPr/>
        </p:nvSpPr>
        <p:spPr>
          <a:xfrm>
            <a:off x="1705735" y="5548708"/>
            <a:ext cx="189326" cy="18932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/>
          <p:nvPr/>
        </p:nvSpPr>
        <p:spPr>
          <a:xfrm>
            <a:off x="2229196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2752657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 txBox="1"/>
          <p:nvPr>
            <p:ph type="title"/>
          </p:nvPr>
        </p:nvSpPr>
        <p:spPr>
          <a:xfrm>
            <a:off x="622628" y="692150"/>
            <a:ext cx="4666064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2000"/>
              <a:t xml:space="preserve">Используйте готовые слайды и чёткое разделение фактов и интерпретаций для принятия решений</a:t>
            </a:r>
          </a:p>
        </p:txBody>
      </p:sp>
      <p:grpSp>
        <p:nvGrpSpPr>
          <p:cNvPr id="418" name="Google Shape;418;p48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419" name="Google Shape;419;p48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8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8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8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8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