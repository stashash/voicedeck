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Прототип аналитики на синтетических данных демонстрирует разделение наблюдений и интерпретаций с сохранением оговорок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Система отделяет факты от выводов и фиксирует ограничения данных.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60" name="Chart 459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Ноль — значение, пропуск — отсутствие данных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Фрагмент таблицы · 7 из 201 строк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Rectangle 45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Следующие шаги: интеграция в процесс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Специалисты проверяют качество подготовки слайдов.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Сбор комментариев по структуре и подаче.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этапов интеграции в рабочий процесс.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500"/>
              <a:t xml:space="preserve">Готовы ответить на вопросы о возможностях прототипа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