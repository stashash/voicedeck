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Relationship Id="rId72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1E2D3E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1E2D3E"/>
              </a:solidFill>
            </c:spPr>
          </c:dPt>
          <c:dPt>
            <c:idx val="2"/>
            <c:spPr>
              <a:solidFill>
                <a:srgbClr val="3F5F83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покажем, как работает процесс анализа данных и подготовки слайдов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подчеркнуть, что мы работаем с учебным материалом, чтобы избежать неверных выводов о реальных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Четкое разделение этих двух категорий помогает избежать смешения фактов с субъективными оценками.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готовы обсудить, какие решения нужны и каковы следующие шаги в работе с аналитикой.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3.xml"/><Relationship Id="rId8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Прототип превращает синтетические учебные данные в структурированные выводы, четко разделяя наблюдения и интерпретации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Лиды (факт): максимум 240 — «Поиск»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Обращения: «Решено» — 62.00% показанной суммы</a:t>
            </a:r>
          </a:p>
        </p:txBody>
      </p:sp>
      <p:graphicFrame>
        <p:nvGraphicFramePr>
          <p:cNvPr id="686" name="Chart 685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Распределение Значение: от 18 до 95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Запросы: максимум 120 — «Север»</a:t>
            </a:r>
          </a:p>
        </p:txBody>
      </p:sp>
      <p:graphicFrame>
        <p:nvGraphicFramePr>
          <p:cNvPr id="769" name="Chart 768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Ноль — значение, пропуск — отсутствие данных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2143125"/>
                <a:gridCol w="2143125"/>
                <a:gridCol w="2143125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Фрагмент таблицы · 7 из 201 строк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Выручка: +36000 USD между 2026-01 и 2026-06 (+30.00%)</a:t>
            </a:r>
          </a:p>
        </p:txBody>
      </p:sp>
      <p:graphicFrame>
        <p:nvGraphicFramePr>
          <p:cNvPr id="873" name="Chart 872"/>
          <p:cNvGraphicFramePr>
            <a:graphicFrameLocks noGrp="1"/>
          </p:cNvGraphicFramePr>
          <p:nvPr/>
        </p:nvGraphicFramePr>
        <p:xfrm>
          <a:off x="285293" y="1139190"/>
          <a:ext cx="8382412" cy="34385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Презентация использует только синтетические учебные данные, что исключает их интерпретацию как реальных рыночных результатов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Учебный характер данных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Отсутствие реальных компаний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Сохранение контекста источника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Google Shape;429;p4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250"/>
              <a:t xml:space="preserve">Разделение фактов и выводов позволяет аудитории самостоятельно оценивать обоснованность интерпретаций</a:t>
            </a:r>
          </a:p>
        </p:txBody>
      </p:sp>
      <p:sp>
        <p:nvSpPr>
          <p:cNvPr id="430" name="Google Shape;430;p45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Наблюдения — фактические цифры и события из таблицы «Пакет данных»</a:t>
            </a:r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900"/>
              <a:t xml:space="preserve">Интерпретации — выводы и значения итогов для принятия решений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250"/>
              <a:t xml:space="preserve">Аудитория оценивает прототип и определяет необходимые решения на основе представленных итогов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