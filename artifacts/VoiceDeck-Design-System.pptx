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bd7fdbc0fb4cb2" /><Relationship Type="http://schemas.openxmlformats.org/officeDocument/2006/relationships/extended-properties" Target="/docProps/app.xml" Id="Rd0a0184bc50d4057" /><Relationship Type="http://schemas.openxmlformats.org/officeDocument/2006/relationships/officeDocument" Target="/ppt/presentation.xml" Id="Rc53ab98afd6648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78b8a7d5504936"/>
  </p:sldMasterIdLst>
  <p:notesMasterIdLst>
    <p:notesMasterId xmlns:r="http://schemas.openxmlformats.org/officeDocument/2006/relationships" r:id="R438e91556f0e4638"/>
  </p:notesMasterIdLst>
  <p:sldIdLst>
    <p:sldId xmlns:r="http://schemas.openxmlformats.org/officeDocument/2006/relationships" id="256" r:id="R7f3120f419244097"/>
    <p:sldId xmlns:r="http://schemas.openxmlformats.org/officeDocument/2006/relationships" id="257" r:id="R21962e30bb474b87"/>
    <p:sldId xmlns:r="http://schemas.openxmlformats.org/officeDocument/2006/relationships" id="258" r:id="Rbf73a66f0c9d4b68"/>
    <p:sldId xmlns:r="http://schemas.openxmlformats.org/officeDocument/2006/relationships" id="259" r:id="Rddf7e0a93e38466e"/>
    <p:sldId xmlns:r="http://schemas.openxmlformats.org/officeDocument/2006/relationships" id="260" r:id="Rbceeb419becb49a5"/>
    <p:sldId xmlns:r="http://schemas.openxmlformats.org/officeDocument/2006/relationships" id="261" r:id="R04a0f4ff8ffc4f86"/>
    <p:sldId xmlns:r="http://schemas.openxmlformats.org/officeDocument/2006/relationships" id="262" r:id="R0e12d959194b4768"/>
    <p:sldId xmlns:r="http://schemas.openxmlformats.org/officeDocument/2006/relationships" id="263" r:id="Rb38ad42d39164e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7dd3532c964520" /><Relationship Type="http://schemas.openxmlformats.org/officeDocument/2006/relationships/slideMaster" Target="/ppt/slideMasters/slideMaster1.xml" Id="R3878b8a7d5504936" /><Relationship Type="http://schemas.openxmlformats.org/officeDocument/2006/relationships/notesMaster" Target="/ppt/notesMasters/notesMaster1.xml" Id="R438e91556f0e4638" /><Relationship Type="http://schemas.openxmlformats.org/officeDocument/2006/relationships/presProps" Target="/ppt/presProps.xml" Id="R81bcb6a27ecf44df" /><Relationship Type="http://schemas.openxmlformats.org/officeDocument/2006/relationships/tableStyles" Target="/ppt/tableStyles.xml" Id="R8e4d8e9cb8934fe3" /><Relationship Type="http://schemas.openxmlformats.org/officeDocument/2006/relationships/slide" Target="/ppt/slides/slide1.xml" Id="R7f3120f419244097" /><Relationship Type="http://schemas.openxmlformats.org/officeDocument/2006/relationships/slide" Target="/ppt/slides/slide2.xml" Id="R21962e30bb474b87" /><Relationship Type="http://schemas.openxmlformats.org/officeDocument/2006/relationships/slide" Target="/ppt/slides/slide3.xml" Id="Rbf73a66f0c9d4b68" /><Relationship Type="http://schemas.openxmlformats.org/officeDocument/2006/relationships/slide" Target="/ppt/slides/slide4.xml" Id="Rddf7e0a93e38466e" /><Relationship Type="http://schemas.openxmlformats.org/officeDocument/2006/relationships/slide" Target="/ppt/slides/slide5.xml" Id="Rbceeb419becb49a5" /><Relationship Type="http://schemas.openxmlformats.org/officeDocument/2006/relationships/slide" Target="/ppt/slides/slide6.xml" Id="R04a0f4ff8ffc4f86" /><Relationship Type="http://schemas.openxmlformats.org/officeDocument/2006/relationships/slide" Target="/ppt/slides/slide7.xml" Id="R0e12d959194b4768" /><Relationship Type="http://schemas.openxmlformats.org/officeDocument/2006/relationships/slide" Target="/ppt/slides/slide8.xml" Id="Rb38ad42d39164e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e9b79e717e4f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602ba520de45e4" /><Relationship Type="http://schemas.openxmlformats.org/officeDocument/2006/relationships/notesMaster" Target="/ppt/notesMasters/notesMaster1.xml" Id="Rbc223502eebf45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bbcd1b3cee4c2e" /><Relationship Type="http://schemas.openxmlformats.org/officeDocument/2006/relationships/notesMaster" Target="/ppt/notesMasters/notesMaster1.xml" Id="Re8b692314d4f4e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b55b11d5fc46dd" /><Relationship Type="http://schemas.openxmlformats.org/officeDocument/2006/relationships/notesMaster" Target="/ppt/notesMasters/notesMaster1.xml" Id="R20dfb86f2e9244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eb9cbc8c684828" /><Relationship Type="http://schemas.openxmlformats.org/officeDocument/2006/relationships/notesMaster" Target="/ppt/notesMasters/notesMaster1.xml" Id="R955415bdac9644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bfd8969bee4f74" /><Relationship Type="http://schemas.openxmlformats.org/officeDocument/2006/relationships/notesMaster" Target="/ppt/notesMasters/notesMaster1.xml" Id="R8e6d7883537943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7c0d784c194559" /><Relationship Type="http://schemas.openxmlformats.org/officeDocument/2006/relationships/notesMaster" Target="/ppt/notesMasters/notesMaster1.xml" Id="Rcb70884392fe4a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57eaf3cc344f06" /><Relationship Type="http://schemas.openxmlformats.org/officeDocument/2006/relationships/notesMaster" Target="/ppt/notesMasters/notesMaster1.xml" Id="Rccdbecd3f5a745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4005e79093441c" /><Relationship Type="http://schemas.openxmlformats.org/officeDocument/2006/relationships/notesMaster" Target="/ppt/notesMasters/notesMaster1.xml" Id="R536a6abb0bf14d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ca4a8bbc444a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97331f6c7b4c3a" /><Relationship Type="http://schemas.openxmlformats.org/officeDocument/2006/relationships/slideLayout" Target="/ppt/slideLayouts/slideLayout1.xml" Id="R0318a3ef27d246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18a3ef27d246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74ae41b714d2a" /><Relationship Type="http://schemas.openxmlformats.org/officeDocument/2006/relationships/notesSlide" Target="/ppt/notesSlides/notesSlide1.xml" Id="Rf71c78fb0b374d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071e9f4624a5b" /><Relationship Type="http://schemas.openxmlformats.org/officeDocument/2006/relationships/notesSlide" Target="/ppt/notesSlides/notesSlide2.xml" Id="R8f4935feb76745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0c1c6261341dd" /><Relationship Type="http://schemas.openxmlformats.org/officeDocument/2006/relationships/notesSlide" Target="/ppt/notesSlides/notesSlide3.xml" Id="R83d56e40119b49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4a86eec5d4b2e" /><Relationship Type="http://schemas.openxmlformats.org/officeDocument/2006/relationships/notesSlide" Target="/ppt/notesSlides/notesSlide4.xml" Id="Re2c1661b782d4c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0ec942c3a94e8a" /><Relationship Type="http://schemas.openxmlformats.org/officeDocument/2006/relationships/notesSlide" Target="/ppt/notesSlides/notesSlide5.xml" Id="R8869d6ab19eb44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871645dec4d6d" /><Relationship Type="http://schemas.openxmlformats.org/officeDocument/2006/relationships/notesSlide" Target="/ppt/notesSlides/notesSlide6.xml" Id="R4977dd7d0c8043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992acd4dd4e25" /><Relationship Type="http://schemas.openxmlformats.org/officeDocument/2006/relationships/notesSlide" Target="/ppt/notesSlides/notesSlide7.xml" Id="R7d0882bc34cc45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9503feb774686" /><Relationship Type="http://schemas.openxmlformats.org/officeDocument/2006/relationships/notesSlide" Target="/ppt/notesSlides/notesSlide8.xml" Id="R33c725e9a6cb4d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CD6321-3D57-4A46-8609-7447616B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4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D7805-97F7-432C-8298-3ACB13B5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E1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E1FF"/>
                </a:solidFill>
                <a:latin typeface="Arial"/>
                <a:ea typeface="Arial"/>
                <a:cs typeface="Arial"/>
              </a:rPr>
              <a:t>VOICEDECK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95E92-94A3-4908-9491-42CE2E3F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Название презентации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E870D-090F-4125-9C96-1FDCF245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FC7D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FC7D8"/>
                </a:solidFill>
                <a:latin typeface="Arial"/>
                <a:ea typeface="Arial"/>
                <a:cs typeface="Arial"/>
              </a:rPr>
              <a:t>Короткий подзаголовок или имя выступающего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0C775-C2E6-45A7-BA4C-222B794D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C8634-2031-4088-8E88-99E52EA7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A6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A6BA"/>
                </a:solidFill>
                <a:latin typeface="Arial"/>
                <a:ea typeface="Arial"/>
                <a:cs typeface="Arial"/>
              </a:rPr>
              <a:t>Дата · Город</a:t>
            </a:r>
          </a:p>
        </p:txBody>
      </p:sp>
    </p:spTree>
    <p:extLst>
      <p:ext uri="{BB962C8B-B14F-4D97-AF65-F5344CB8AC3E}">
        <p14:creationId xmlns:p14="http://schemas.microsoft.com/office/powerpoint/2010/main" val="18649415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9B35F-69E3-4C6C-B2CF-C900F4DF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654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54FF"/>
                </a:solidFill>
                <a:latin typeface="Arial"/>
                <a:ea typeface="Arial"/>
                <a:cs typeface="Arial"/>
              </a:rPr>
              <a:t>ГЛАВНАЯ МЫСЛЬ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9E03B-297B-4FCF-AE57-138BA299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90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141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41F"/>
                </a:solidFill>
                <a:latin typeface="Arial"/>
                <a:ea typeface="Arial"/>
                <a:cs typeface="Arial"/>
              </a:rPr>
              <a:t>Один сильный тезис занимает весь слайд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8FF810-BBEC-4CA1-B86A-70DCCEEC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F68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F687A"/>
                </a:solidFill>
                <a:latin typeface="Arial"/>
                <a:ea typeface="Arial"/>
                <a:cs typeface="Arial"/>
              </a:rPr>
              <a:t>Короткое пояснение помогает аудитории понять контекст, не отвлекая от основной идеи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45CB6-A913-45F2-A65E-F5639B87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400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4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3F2C4-26D5-4CBE-BF4D-C339F283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8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F68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953448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C86104-D5B7-4405-8242-EFDEEF3C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654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54FF"/>
                </a:solidFill>
                <a:latin typeface="Arial"/>
                <a:ea typeface="Arial"/>
                <a:cs typeface="Arial"/>
              </a:rPr>
              <a:t>КЛЮЧЕВЫЕ ПУНКТЫ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CC5E3-987E-490A-8BBE-08D67575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4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41F"/>
                </a:solidFill>
                <a:latin typeface="Arial"/>
                <a:ea typeface="Arial"/>
                <a:cs typeface="Arial"/>
              </a:rPr>
              <a:t>Что важно запомнить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D95DA-C62C-43C8-BDF0-01113A70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2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54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654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772EC-F42E-4B47-9E30-F413155D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5740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4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41F"/>
                </a:solidFill>
                <a:latin typeface="Arial"/>
                <a:ea typeface="Arial"/>
                <a:cs typeface="Arial"/>
              </a:rPr>
              <a:t>Первая мысль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EC248-D894-40F5-94E5-5DDF8A3E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050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8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87A"/>
                </a:solidFill>
                <a:latin typeface="Arial"/>
                <a:ea typeface="Arial"/>
                <a:cs typeface="Arial"/>
              </a:rPr>
              <a:t>Короткое объяснение в одну или две строки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7AF4D6-00F7-4CAB-9927-5D4592D0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8610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6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3AD03-E1CD-4C98-B023-E0D5FAD9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62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54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654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0CE7E3-60FF-4473-822B-E5015B85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4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41F"/>
                </a:solidFill>
                <a:latin typeface="Arial"/>
                <a:ea typeface="Arial"/>
                <a:cs typeface="Arial"/>
              </a:rPr>
              <a:t>Вторая мысль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572C4F-4AC6-4C0C-852D-1DB55BA7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623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8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87A"/>
                </a:solidFill>
                <a:latin typeface="Arial"/>
                <a:ea typeface="Arial"/>
                <a:cs typeface="Arial"/>
              </a:rPr>
              <a:t>Факт, наблюдение или следующий шаг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3506FB-516F-4944-A8F9-1A81E6E1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4340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6E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E673DA-8EAB-4280-923F-56DC5536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62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54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654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7D4D7-0A25-448B-BF52-7C1A9B79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7200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4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41F"/>
                </a:solidFill>
                <a:latin typeface="Arial"/>
                <a:ea typeface="Arial"/>
                <a:cs typeface="Arial"/>
              </a:rPr>
              <a:t>Третья мысль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C8F494-4174-440C-ACDE-9A21102A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196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8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87A"/>
                </a:solidFill>
                <a:latin typeface="Arial"/>
                <a:ea typeface="Arial"/>
                <a:cs typeface="Arial"/>
              </a:rPr>
              <a:t>Вывод, который завершает смысловой блок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764BEF-06EE-401A-8ACF-5A7A6F81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60070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6E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5A4955-B9B2-418B-A754-F84D9DF3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8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F68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580826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04EB5A-1E65-4BDA-BA33-97417E63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654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54FF"/>
                </a:solidFill>
                <a:latin typeface="Arial"/>
                <a:ea typeface="Arial"/>
                <a:cs typeface="Arial"/>
              </a:rPr>
              <a:t>СРАВНЕНИЕ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A756E-4421-4E8C-8E18-9FB5B03C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4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41F"/>
                </a:solidFill>
                <a:latin typeface="Arial"/>
                <a:ea typeface="Arial"/>
                <a:cs typeface="Arial"/>
              </a:rPr>
              <a:t>Два подхода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84069-71F2-439E-A53B-227BD825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953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369F68-D958-4F8C-9AA9-C6FD1674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00250"/>
            <a:ext cx="5715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7141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D89939-E312-43B7-BA03-F0704C8D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41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41F"/>
                </a:solidFill>
                <a:latin typeface="Arial"/>
                <a:ea typeface="Arial"/>
                <a:cs typeface="Arial"/>
              </a:rPr>
              <a:t>Подход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DBCC38-CC61-48ED-9483-2D9D2116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3905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8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F687A"/>
                </a:solidFill>
                <a:latin typeface="Arial"/>
                <a:ea typeface="Arial"/>
                <a:cs typeface="Arial"/>
              </a:rPr>
              <a:t>Краткое описание первого варианта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6F68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F687A"/>
                </a:solidFill>
                <a:latin typeface="Arial"/>
                <a:ea typeface="Arial"/>
                <a:cs typeface="Arial"/>
              </a:rPr>
              <a:t>Преимущество или ограничение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6F68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F687A"/>
                </a:solidFill>
                <a:latin typeface="Arial"/>
                <a:ea typeface="Arial"/>
                <a:cs typeface="Arial"/>
              </a:rPr>
              <a:t>Подходящий сценарий применения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60CC9-2378-46B2-98CA-BB7673DB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241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Подход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8AA56E-8065-4139-A3C9-3F7FBBEE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EC6D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EC6D8"/>
                </a:solidFill>
                <a:latin typeface="Arial"/>
                <a:ea typeface="Arial"/>
                <a:cs typeface="Arial"/>
              </a:rPr>
              <a:t>Краткое описание второго варианта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CEC6D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EC6D8"/>
                </a:solidFill>
                <a:latin typeface="Arial"/>
                <a:ea typeface="Arial"/>
                <a:cs typeface="Arial"/>
              </a:rPr>
              <a:t>Преимущество или ограничение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CEC6D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EC6D8"/>
                </a:solidFill>
                <a:latin typeface="Arial"/>
                <a:ea typeface="Arial"/>
                <a:cs typeface="Arial"/>
              </a:rPr>
              <a:t>Подходящий сценарий применения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C20BE1-F7CE-43D5-A908-D50C0165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34000"/>
            <a:ext cx="1809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F4428D-5DDA-4FD3-8845-08DD9BBC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8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F68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543534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8966F5-DA34-4F56-BDEE-8F892397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654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54FF"/>
                </a:solidFill>
                <a:latin typeface="Arial"/>
                <a:ea typeface="Arial"/>
                <a:cs typeface="Arial"/>
              </a:rPr>
              <a:t>ПРОЦЕСС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58D69-F49C-4B7C-BD28-C5C5EE7F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4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41F"/>
                </a:solidFill>
                <a:latin typeface="Arial"/>
                <a:ea typeface="Arial"/>
                <a:cs typeface="Arial"/>
              </a:rPr>
              <a:t>Как это работает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5F23B-17F0-405C-BD24-7D2E4A17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90900"/>
            <a:ext cx="895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6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497DB-6C18-4B17-AE57-627D2CC0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0287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8E1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66071-0BA3-457E-971A-5365BC3E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028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633E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633E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A2E13-46B4-4FAC-A81E-C0432546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4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41F"/>
                </a:solidFill>
                <a:latin typeface="Arial"/>
                <a:ea typeface="Arial"/>
                <a:cs typeface="Arial"/>
              </a:rPr>
              <a:t>Сигнал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2BCD52-E729-4FAD-B404-C77096D6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8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87A"/>
                </a:solidFill>
                <a:latin typeface="Arial"/>
                <a:ea typeface="Arial"/>
                <a:cs typeface="Arial"/>
              </a:rPr>
              <a:t>Получаем исходную информацию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31C684-B3DB-4533-8EBE-79EA9B99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95600"/>
            <a:ext cx="10287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7654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28F63A-8451-4265-ACCD-9D895512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95600"/>
            <a:ext cx="1028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578BE6-5804-4C9C-832B-62EF0A66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719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4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41F"/>
                </a:solidFill>
                <a:latin typeface="Arial"/>
                <a:ea typeface="Arial"/>
                <a:cs typeface="Arial"/>
              </a:rPr>
              <a:t>Смысл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3D96BD-F7FB-4512-AB0F-F6F154B4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8630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8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87A"/>
                </a:solidFill>
                <a:latin typeface="Arial"/>
                <a:ea typeface="Arial"/>
                <a:cs typeface="Arial"/>
              </a:rPr>
              <a:t>Выделяем законченную мысль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59AE2D-9AE6-4B55-B233-9812C362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95600"/>
            <a:ext cx="10287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8E1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2D746-6406-4BC2-BB3B-133170FA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95600"/>
            <a:ext cx="1028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633E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633E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DF776E-7188-48C2-AC15-63E645C5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719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4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41F"/>
                </a:solidFill>
                <a:latin typeface="Arial"/>
                <a:ea typeface="Arial"/>
                <a:cs typeface="Arial"/>
              </a:rPr>
              <a:t>Слайд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B8C8FA-9B08-475C-9AD0-8A854309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8630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8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87A"/>
                </a:solidFill>
                <a:latin typeface="Arial"/>
                <a:ea typeface="Arial"/>
                <a:cs typeface="Arial"/>
              </a:rPr>
              <a:t>Показываем идею аудитории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F214CA-CD8D-40F2-8B45-18FB0897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8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F68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314629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0CB303-23CF-440A-A023-AF48523E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6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6B69"/>
                </a:solidFill>
                <a:latin typeface="Arial"/>
                <a:ea typeface="Arial"/>
                <a:cs typeface="Arial"/>
              </a:rPr>
              <a:t>РЕЗУЛЬТАТЫ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4698E6-F0C5-40E0-89BB-57A9B53E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Ключевые показатели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92756-ABC2-4FDA-B824-04CBFD84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24%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B89FF-DC70-43E8-A453-3C97B3A2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EB5C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EB5C9"/>
                </a:solidFill>
                <a:latin typeface="Arial"/>
                <a:ea typeface="Arial"/>
                <a:cs typeface="Arial"/>
              </a:rPr>
              <a:t>Рост показателя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EA7841-BE09-4E14-A79B-6631BE49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28575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4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C65A0A-B878-462E-9E1A-0E2B2317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2410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6B69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6B69"/>
                </a:solidFill>
                <a:latin typeface="Arial"/>
                <a:ea typeface="Arial"/>
                <a:cs typeface="Arial"/>
              </a:rPr>
              <a:t>3,2×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E62102-E262-4F1E-AB65-2BEC5770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385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EB5C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EB5C9"/>
                </a:solidFill>
                <a:latin typeface="Arial"/>
                <a:ea typeface="Arial"/>
                <a:cs typeface="Arial"/>
              </a:rPr>
              <a:t>Изменение скорости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31ECE6-A86B-4D33-BDAF-3076E0E1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38650"/>
            <a:ext cx="28575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9786F7-1851-4C0B-9EA3-9CB2DCA3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2410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40A10-7868-41C8-AD4A-6C41FD3E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385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EB5C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EB5C9"/>
                </a:solidFill>
                <a:latin typeface="Arial"/>
                <a:ea typeface="Arial"/>
                <a:cs typeface="Arial"/>
              </a:rPr>
              <a:t>Новых решений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7C7CC9-E4E0-4C18-BF29-1E8678F5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38650"/>
            <a:ext cx="28575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4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D7DA70-CFA3-4E97-AF08-8FEE361C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F859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F859C"/>
                </a:solidFill>
                <a:latin typeface="Arial"/>
                <a:ea typeface="Arial"/>
                <a:cs typeface="Arial"/>
              </a:rPr>
              <a:t>Замените демонстрационные значения на реальные данные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9057A1-79C9-41B5-920B-A1C97364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8AF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8AFC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225044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A6DD5-3267-43C3-915C-4F10F7C1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114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153"/>
          </a:bodyPr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7654FF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7654FF"/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6E8EE-F1FB-4123-89C5-BF5FCBB2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76400"/>
            <a:ext cx="8858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14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41F"/>
                </a:solidFill>
                <a:latin typeface="Arial"/>
                <a:ea typeface="Arial"/>
                <a:cs typeface="Arial"/>
              </a:rPr>
              <a:t>Короткая цитата или вывод, который стоит оставить аудитории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AAA27-43C6-468B-B544-0497D42D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95750"/>
            <a:ext cx="9144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B3FEC0-8D95-4179-9E0D-5C5561E9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19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4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41F"/>
                </a:solidFill>
                <a:latin typeface="Arial"/>
                <a:ea typeface="Arial"/>
                <a:cs typeface="Arial"/>
              </a:rPr>
              <a:t>Имя автора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F4B89-4615-4876-A7F3-AA6D2D53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006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8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87A"/>
                </a:solidFill>
                <a:latin typeface="Arial"/>
                <a:ea typeface="Arial"/>
                <a:cs typeface="Arial"/>
              </a:rPr>
              <a:t>Должность или источник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044C8-CB9D-467E-AACD-42D089F8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8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F68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521754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765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9B2E4-7A9F-4664-A59C-C8259B30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781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Спасибо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53D64-6CBE-44C6-9EDC-4773405C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8E1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1FF"/>
                </a:solidFill>
                <a:latin typeface="Arial"/>
                <a:ea typeface="Arial"/>
                <a:cs typeface="Arial"/>
              </a:rPr>
              <a:t>Вопросы и обсуждение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09BB71-D69C-49B2-8D7E-7B9DA5E9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94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9F08F-E560-431D-A7D1-9E6FEE61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contact@example.com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8E222-A464-47F4-834E-7BBEA946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626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VOICEDECK</a:t>
            </a:r>
          </a:p>
        </p:txBody>
      </p:sp>
    </p:spTree>
    <p:extLst>
      <p:ext uri="{BB962C8B-B14F-4D97-AF65-F5344CB8AC3E}">
        <p14:creationId xmlns:p14="http://schemas.microsoft.com/office/powerpoint/2010/main" val="10399494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2026-09-24T21:40:18.9050000Z</dcterms:created>
  <dcterms:modified xsi:type="dcterms:W3CDTF">2026-09-24T21:40:18.9050000Z</dcterms:modified>
</coreProperties>
</file>